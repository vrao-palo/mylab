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dia AI Governance Guidelines (2025–2026)" id="{B6124925-32AF-4B0B-8815-FC5B2635E582}">
          <p14:sldIdLst>
            <p14:sldId id="2561"/>
          </p14:sldIdLst>
        </p14:section>
        <p14:section name="India AI Governance Framework Overview" id="{4A010F32-7A07-4078-B6DA-6BC087B2D1F2}">
          <p14:sldIdLst>
            <p14:sldId id="2562"/>
            <p14:sldId id="2563"/>
          </p14:sldIdLst>
        </p14:section>
        <p14:section name="Core Pillars and Principles" id="{11A97E01-4592-4825-AB21-A41641D033EE}">
          <p14:sldIdLst>
            <p14:sldId id="2564"/>
            <p14:sldId id="2565"/>
          </p14:sldIdLst>
        </p14:section>
        <p14:section name="Institutional and Structural Framework" id="{ACF04376-FDC8-49F6-B105-589D92A2283E}">
          <p14:sldIdLst>
            <p14:sldId id="2566"/>
            <p14:sldId id="2567"/>
          </p14:sldIdLst>
        </p14:section>
        <p14:section name="Regulatory Strategies and Sectoral Models" id="{2BD6440F-42BA-4ABD-964A-E55E63AC9254}">
          <p14:sldIdLst>
            <p14:sldId id="2568"/>
            <p14:sldId id="2569"/>
          </p14:sldIdLst>
        </p14:section>
        <p14:section name="Comparative Governance Perspectives" id="{4C8A0D1D-7820-474A-ABE2-F9FAC3AA428E}">
          <p14:sldIdLst>
            <p14:sldId id="2570"/>
            <p14:sldId id="2571"/>
          </p14:sldIdLst>
        </p14:section>
        <p14:section name="Forward Outlook and Policy Trajectory" id="{78ED4D8D-B6AE-42DF-B231-FE3C37947D92}">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1DCED8-B476-48B2-BDE5-20199A245EA2}" v="16" dt="2026-03-06T05:26:59.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2"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D1DCED8-B476-48B2-BDE5-20199A245EA2}"/>
    <pc:docChg chg="addSld delSld modSld addSection">
      <pc:chgData name="" userId="" providerId="" clId="Web-{9D1DCED8-B476-48B2-BDE5-20199A245EA2}" dt="2026-03-06T05:26:59.348" v="16" actId="34807"/>
      <pc:docMkLst>
        <pc:docMk/>
      </pc:docMkLst>
      <pc:sldChg chg="del">
        <pc:chgData name="" userId="" providerId="" clId="Web-{9D1DCED8-B476-48B2-BDE5-20199A245EA2}" dt="2026-03-06T05:26:59.238" v="0" actId="34807"/>
        <pc:sldMkLst>
          <pc:docMk/>
          <pc:sldMk cId="2352028880" sldId="256"/>
        </pc:sldMkLst>
      </pc:sldChg>
      <pc:sldChg chg="addSp modSp add mod modClrScheme addAnim chgLayout">
        <pc:chgData name="" userId="" providerId="" clId="Web-{9D1DCED8-B476-48B2-BDE5-20199A245EA2}" dt="2026-03-06T05:26:59.348" v="4" actId="34807"/>
        <pc:sldMkLst>
          <pc:docMk/>
          <pc:sldMk cId="2407271765" sldId="2561"/>
        </pc:sldMkLst>
        <pc:spChg chg="mod">
          <ac:chgData name="" userId="" providerId="" clId="Web-{9D1DCED8-B476-48B2-BDE5-20199A245EA2}" dt="2026-03-06T05:26:59.332" v="1" actId="34807"/>
          <ac:spMkLst>
            <pc:docMk/>
            <pc:sldMk cId="2407271765" sldId="2561"/>
            <ac:spMk id="2" creationId="{3EC61FC3-3002-DDC6-61CA-6BC00BAFB422}"/>
          </ac:spMkLst>
        </pc:spChg>
        <pc:spChg chg="mod">
          <ac:chgData name="" userId="" providerId="" clId="Web-{9D1DCED8-B476-48B2-BDE5-20199A245EA2}" dt="2026-03-06T05:26:59.332" v="1" actId="34807"/>
          <ac:spMkLst>
            <pc:docMk/>
            <pc:sldMk cId="2407271765" sldId="2561"/>
            <ac:spMk id="3" creationId="{01D2A45D-CE7F-6DDE-867B-18ECA01ABE75}"/>
          </ac:spMkLst>
        </pc:spChg>
        <pc:spChg chg="add mod">
          <ac:chgData name="" userId="" providerId="" clId="Web-{9D1DCED8-B476-48B2-BDE5-20199A245EA2}" dt="2026-03-06T05:26:59.332" v="1" actId="34807"/>
          <ac:spMkLst>
            <pc:docMk/>
            <pc:sldMk cId="2407271765" sldId="2561"/>
            <ac:spMk id="9" creationId="{67E97EB0-AF45-C271-3807-69336E6CBF15}"/>
          </ac:spMkLst>
        </pc:spChg>
        <pc:spChg chg="add mod">
          <ac:chgData name="" userId="" providerId="" clId="Web-{9D1DCED8-B476-48B2-BDE5-20199A245EA2}" dt="2026-03-06T05:26:59.332" v="1" actId="34807"/>
          <ac:spMkLst>
            <pc:docMk/>
            <pc:sldMk cId="2407271765" sldId="2561"/>
            <ac:spMk id="11" creationId="{534E61C9-D335-3718-FB06-87773142EF72}"/>
          </ac:spMkLst>
        </pc:spChg>
        <pc:spChg chg="add mod">
          <ac:chgData name="" userId="" providerId="" clId="Web-{9D1DCED8-B476-48B2-BDE5-20199A245EA2}" dt="2026-03-06T05:26:59.332" v="1" actId="34807"/>
          <ac:spMkLst>
            <pc:docMk/>
            <pc:sldMk cId="2407271765" sldId="2561"/>
            <ac:spMk id="13" creationId="{C7C6FB91-58E4-46CA-F978-E32BB5BD16D9}"/>
          </ac:spMkLst>
        </pc:spChg>
        <pc:picChg chg="mod">
          <ac:chgData name="" userId="" providerId="" clId="Web-{9D1DCED8-B476-48B2-BDE5-20199A245EA2}" dt="2026-03-06T05:26:59.332" v="1" actId="34807"/>
          <ac:picMkLst>
            <pc:docMk/>
            <pc:sldMk cId="2407271765" sldId="2561"/>
            <ac:picMk id="4" creationId="{FF563947-7330-4A30-B733-EB3AADD7898F}"/>
          </ac:picMkLst>
        </pc:picChg>
      </pc:sldChg>
      <pc:sldChg chg="modSp add mod modTransition addAnim chgLayout">
        <pc:chgData name="" userId="" providerId="" clId="Web-{9D1DCED8-B476-48B2-BDE5-20199A245EA2}" dt="2026-03-06T05:26:59.348" v="5" actId="34807"/>
        <pc:sldMkLst>
          <pc:docMk/>
          <pc:sldMk cId="2675280938" sldId="2562"/>
        </pc:sldMkLst>
        <pc:spChg chg="mod">
          <ac:chgData name="" userId="" providerId="" clId="Web-{9D1DCED8-B476-48B2-BDE5-20199A245EA2}" dt="2026-03-06T05:26:59.332" v="1" actId="34807"/>
          <ac:spMkLst>
            <pc:docMk/>
            <pc:sldMk cId="2675280938" sldId="2562"/>
            <ac:spMk id="2" creationId="{C9279DEA-444F-3518-F0EC-8E70D5E7F3C0}"/>
          </ac:spMkLst>
        </pc:spChg>
      </pc:sldChg>
      <pc:sldChg chg="modSp add mod modTransition modClrScheme addAnim chgLayout">
        <pc:chgData name="" userId="" providerId="" clId="Web-{9D1DCED8-B476-48B2-BDE5-20199A245EA2}" dt="2026-03-06T05:26:59.348" v="6" actId="34807"/>
        <pc:sldMkLst>
          <pc:docMk/>
          <pc:sldMk cId="1687256296" sldId="2563"/>
        </pc:sldMkLst>
        <pc:spChg chg="mod">
          <ac:chgData name="" userId="" providerId="" clId="Web-{9D1DCED8-B476-48B2-BDE5-20199A245EA2}" dt="2026-03-06T05:26:59.332" v="1" actId="34807"/>
          <ac:spMkLst>
            <pc:docMk/>
            <pc:sldMk cId="1687256296" sldId="2563"/>
            <ac:spMk id="2" creationId="{8B3A99BE-FE56-AD9B-8D93-37C9182EF53F}"/>
          </ac:spMkLst>
        </pc:spChg>
        <pc:spChg chg="mod">
          <ac:chgData name="" userId="" providerId="" clId="Web-{9D1DCED8-B476-48B2-BDE5-20199A245EA2}" dt="2026-03-06T05:26:59.332" v="1" actId="34807"/>
          <ac:spMkLst>
            <pc:docMk/>
            <pc:sldMk cId="1687256296" sldId="2563"/>
            <ac:spMk id="4" creationId="{FC08D0D1-EF03-57D4-9B04-520607F64773}"/>
          </ac:spMkLst>
        </pc:spChg>
        <pc:spChg chg="mod">
          <ac:chgData name="" userId="" providerId="" clId="Web-{9D1DCED8-B476-48B2-BDE5-20199A245EA2}" dt="2026-03-06T05:26:59.332" v="1" actId="34807"/>
          <ac:spMkLst>
            <pc:docMk/>
            <pc:sldMk cId="1687256296" sldId="2563"/>
            <ac:spMk id="5" creationId="{EDB1077E-B31A-9FC9-ADF6-FB54EA30753A}"/>
          </ac:spMkLst>
        </pc:spChg>
        <pc:spChg chg="mod">
          <ac:chgData name="" userId="" providerId="" clId="Web-{9D1DCED8-B476-48B2-BDE5-20199A245EA2}" dt="2026-03-06T05:26:59.332" v="1" actId="34807"/>
          <ac:spMkLst>
            <pc:docMk/>
            <pc:sldMk cId="1687256296" sldId="2563"/>
            <ac:spMk id="6" creationId="{542151D7-936A-8BC8-D289-1D597A24ADE2}"/>
          </ac:spMkLst>
        </pc:spChg>
        <pc:spChg chg="mod">
          <ac:chgData name="" userId="" providerId="" clId="Web-{9D1DCED8-B476-48B2-BDE5-20199A245EA2}" dt="2026-03-06T05:26:59.332" v="1" actId="34807"/>
          <ac:spMkLst>
            <pc:docMk/>
            <pc:sldMk cId="1687256296" sldId="2563"/>
            <ac:spMk id="7" creationId="{8B51FECB-DE43-7C47-7D07-8C62241D4C24}"/>
          </ac:spMkLst>
        </pc:spChg>
        <pc:picChg chg="mod">
          <ac:chgData name="" userId="" providerId="" clId="Web-{9D1DCED8-B476-48B2-BDE5-20199A245EA2}" dt="2026-03-06T05:26:59.332" v="1" actId="34807"/>
          <ac:picMkLst>
            <pc:docMk/>
            <pc:sldMk cId="1687256296" sldId="2563"/>
            <ac:picMk id="8" creationId="{8C4536F9-483C-434D-8931-8044FAA61D6D}"/>
          </ac:picMkLst>
        </pc:picChg>
      </pc:sldChg>
      <pc:sldChg chg="modSp add mod modTransition addAnim chgLayout">
        <pc:chgData name="" userId="" providerId="" clId="Web-{9D1DCED8-B476-48B2-BDE5-20199A245EA2}" dt="2026-03-06T05:26:59.348" v="7" actId="34807"/>
        <pc:sldMkLst>
          <pc:docMk/>
          <pc:sldMk cId="4265245194" sldId="2564"/>
        </pc:sldMkLst>
        <pc:spChg chg="mod">
          <ac:chgData name="" userId="" providerId="" clId="Web-{9D1DCED8-B476-48B2-BDE5-20199A245EA2}" dt="2026-03-06T05:26:59.332" v="1" actId="34807"/>
          <ac:spMkLst>
            <pc:docMk/>
            <pc:sldMk cId="4265245194" sldId="2564"/>
            <ac:spMk id="2" creationId="{131A37FF-73EA-28E0-C8C5-1E0547B1ACD7}"/>
          </ac:spMkLst>
        </pc:spChg>
      </pc:sldChg>
      <pc:sldChg chg="modSp add mod modTransition modClrScheme addAnim chgLayout">
        <pc:chgData name="" userId="" providerId="" clId="Web-{9D1DCED8-B476-48B2-BDE5-20199A245EA2}" dt="2026-03-06T05:26:59.348" v="8" actId="34807"/>
        <pc:sldMkLst>
          <pc:docMk/>
          <pc:sldMk cId="2688853109" sldId="2565"/>
        </pc:sldMkLst>
        <pc:spChg chg="mod">
          <ac:chgData name="" userId="" providerId="" clId="Web-{9D1DCED8-B476-48B2-BDE5-20199A245EA2}" dt="2026-03-06T05:26:59.332" v="1" actId="34807"/>
          <ac:spMkLst>
            <pc:docMk/>
            <pc:sldMk cId="2688853109" sldId="2565"/>
            <ac:spMk id="2" creationId="{F135F216-255A-7D30-FE7D-E7D9AAC3344D}"/>
          </ac:spMkLst>
        </pc:spChg>
        <pc:spChg chg="mod">
          <ac:chgData name="" userId="" providerId="" clId="Web-{9D1DCED8-B476-48B2-BDE5-20199A245EA2}" dt="2026-03-06T05:26:59.332" v="1" actId="34807"/>
          <ac:spMkLst>
            <pc:docMk/>
            <pc:sldMk cId="2688853109" sldId="2565"/>
            <ac:spMk id="4" creationId="{A5FD903B-2545-D77F-608B-D877DA6209CB}"/>
          </ac:spMkLst>
        </pc:spChg>
        <pc:spChg chg="mod">
          <ac:chgData name="" userId="" providerId="" clId="Web-{9D1DCED8-B476-48B2-BDE5-20199A245EA2}" dt="2026-03-06T05:26:59.332" v="1" actId="34807"/>
          <ac:spMkLst>
            <pc:docMk/>
            <pc:sldMk cId="2688853109" sldId="2565"/>
            <ac:spMk id="5" creationId="{A287E10A-7A8E-69B5-0424-24DD90663E22}"/>
          </ac:spMkLst>
        </pc:spChg>
        <pc:spChg chg="mod">
          <ac:chgData name="" userId="" providerId="" clId="Web-{9D1DCED8-B476-48B2-BDE5-20199A245EA2}" dt="2026-03-06T05:26:59.332" v="1" actId="34807"/>
          <ac:spMkLst>
            <pc:docMk/>
            <pc:sldMk cId="2688853109" sldId="2565"/>
            <ac:spMk id="6" creationId="{544D9540-64E7-52C3-9DA0-7DDD5742AF4E}"/>
          </ac:spMkLst>
        </pc:spChg>
        <pc:spChg chg="mod">
          <ac:chgData name="" userId="" providerId="" clId="Web-{9D1DCED8-B476-48B2-BDE5-20199A245EA2}" dt="2026-03-06T05:26:59.332" v="1" actId="34807"/>
          <ac:spMkLst>
            <pc:docMk/>
            <pc:sldMk cId="2688853109" sldId="2565"/>
            <ac:spMk id="7" creationId="{C172C769-A5EF-78B3-0BA0-91E8B548C399}"/>
          </ac:spMkLst>
        </pc:spChg>
        <pc:picChg chg="mod">
          <ac:chgData name="" userId="" providerId="" clId="Web-{9D1DCED8-B476-48B2-BDE5-20199A245EA2}" dt="2026-03-06T05:26:59.332" v="1" actId="34807"/>
          <ac:picMkLst>
            <pc:docMk/>
            <pc:sldMk cId="2688853109" sldId="2565"/>
            <ac:picMk id="8" creationId="{3E5978DE-AE8A-41A5-82F0-5259E785B037}"/>
          </ac:picMkLst>
        </pc:picChg>
      </pc:sldChg>
      <pc:sldChg chg="modSp add mod modTransition addAnim chgLayout">
        <pc:chgData name="" userId="" providerId="" clId="Web-{9D1DCED8-B476-48B2-BDE5-20199A245EA2}" dt="2026-03-06T05:26:59.348" v="9" actId="34807"/>
        <pc:sldMkLst>
          <pc:docMk/>
          <pc:sldMk cId="3809781625" sldId="2566"/>
        </pc:sldMkLst>
        <pc:spChg chg="mod">
          <ac:chgData name="" userId="" providerId="" clId="Web-{9D1DCED8-B476-48B2-BDE5-20199A245EA2}" dt="2026-03-06T05:26:59.332" v="1" actId="34807"/>
          <ac:spMkLst>
            <pc:docMk/>
            <pc:sldMk cId="3809781625" sldId="2566"/>
            <ac:spMk id="2" creationId="{8FEF1591-B4F0-B95D-A8E7-6E5116331788}"/>
          </ac:spMkLst>
        </pc:spChg>
      </pc:sldChg>
      <pc:sldChg chg="modSp add mod modTransition modClrScheme addAnim chgLayout">
        <pc:chgData name="" userId="" providerId="" clId="Web-{9D1DCED8-B476-48B2-BDE5-20199A245EA2}" dt="2026-03-06T05:26:59.348" v="10" actId="34807"/>
        <pc:sldMkLst>
          <pc:docMk/>
          <pc:sldMk cId="2007214185" sldId="2567"/>
        </pc:sldMkLst>
        <pc:spChg chg="mod">
          <ac:chgData name="" userId="" providerId="" clId="Web-{9D1DCED8-B476-48B2-BDE5-20199A245EA2}" dt="2026-03-06T05:26:59.332" v="1" actId="34807"/>
          <ac:spMkLst>
            <pc:docMk/>
            <pc:sldMk cId="2007214185" sldId="2567"/>
            <ac:spMk id="2" creationId="{415A0470-B517-58BC-7F2C-7F6934770173}"/>
          </ac:spMkLst>
        </pc:spChg>
        <pc:spChg chg="mod">
          <ac:chgData name="" userId="" providerId="" clId="Web-{9D1DCED8-B476-48B2-BDE5-20199A245EA2}" dt="2026-03-06T05:26:59.332" v="1" actId="34807"/>
          <ac:spMkLst>
            <pc:docMk/>
            <pc:sldMk cId="2007214185" sldId="2567"/>
            <ac:spMk id="4" creationId="{2D0A5C71-BC0B-5639-B86E-3F69DA67DC08}"/>
          </ac:spMkLst>
        </pc:spChg>
        <pc:spChg chg="mod">
          <ac:chgData name="" userId="" providerId="" clId="Web-{9D1DCED8-B476-48B2-BDE5-20199A245EA2}" dt="2026-03-06T05:26:59.332" v="1" actId="34807"/>
          <ac:spMkLst>
            <pc:docMk/>
            <pc:sldMk cId="2007214185" sldId="2567"/>
            <ac:spMk id="5" creationId="{4FDB917C-675A-409E-1557-307088149B15}"/>
          </ac:spMkLst>
        </pc:spChg>
        <pc:spChg chg="mod">
          <ac:chgData name="" userId="" providerId="" clId="Web-{9D1DCED8-B476-48B2-BDE5-20199A245EA2}" dt="2026-03-06T05:26:59.332" v="1" actId="34807"/>
          <ac:spMkLst>
            <pc:docMk/>
            <pc:sldMk cId="2007214185" sldId="2567"/>
            <ac:spMk id="6" creationId="{2AF82E67-B9B1-98AD-F2D0-ED34C0574563}"/>
          </ac:spMkLst>
        </pc:spChg>
        <pc:spChg chg="mod">
          <ac:chgData name="" userId="" providerId="" clId="Web-{9D1DCED8-B476-48B2-BDE5-20199A245EA2}" dt="2026-03-06T05:26:59.332" v="1" actId="34807"/>
          <ac:spMkLst>
            <pc:docMk/>
            <pc:sldMk cId="2007214185" sldId="2567"/>
            <ac:spMk id="7" creationId="{727D965C-6F4B-0D78-F847-B023418A886B}"/>
          </ac:spMkLst>
        </pc:spChg>
        <pc:picChg chg="mod">
          <ac:chgData name="" userId="" providerId="" clId="Web-{9D1DCED8-B476-48B2-BDE5-20199A245EA2}" dt="2026-03-06T05:26:59.332" v="1" actId="34807"/>
          <ac:picMkLst>
            <pc:docMk/>
            <pc:sldMk cId="2007214185" sldId="2567"/>
            <ac:picMk id="8" creationId="{6F9AC9D9-4A21-420F-9A49-84A9A3E24B2A}"/>
          </ac:picMkLst>
        </pc:picChg>
      </pc:sldChg>
      <pc:sldChg chg="modSp add mod modTransition addAnim chgLayout">
        <pc:chgData name="" userId="" providerId="" clId="Web-{9D1DCED8-B476-48B2-BDE5-20199A245EA2}" dt="2026-03-06T05:26:59.348" v="11" actId="34807"/>
        <pc:sldMkLst>
          <pc:docMk/>
          <pc:sldMk cId="1700362723" sldId="2568"/>
        </pc:sldMkLst>
        <pc:spChg chg="mod">
          <ac:chgData name="" userId="" providerId="" clId="Web-{9D1DCED8-B476-48B2-BDE5-20199A245EA2}" dt="2026-03-06T05:26:59.332" v="1" actId="34807"/>
          <ac:spMkLst>
            <pc:docMk/>
            <pc:sldMk cId="1700362723" sldId="2568"/>
            <ac:spMk id="2" creationId="{79F2F2AD-2F07-D8E8-40F9-47969AC65475}"/>
          </ac:spMkLst>
        </pc:spChg>
      </pc:sldChg>
      <pc:sldChg chg="modSp add mod modTransition modClrScheme addAnim chgLayout">
        <pc:chgData name="" userId="" providerId="" clId="Web-{9D1DCED8-B476-48B2-BDE5-20199A245EA2}" dt="2026-03-06T05:26:59.348" v="12" actId="34807"/>
        <pc:sldMkLst>
          <pc:docMk/>
          <pc:sldMk cId="463600146" sldId="2569"/>
        </pc:sldMkLst>
        <pc:spChg chg="mod">
          <ac:chgData name="" userId="" providerId="" clId="Web-{9D1DCED8-B476-48B2-BDE5-20199A245EA2}" dt="2026-03-06T05:26:59.332" v="1" actId="34807"/>
          <ac:spMkLst>
            <pc:docMk/>
            <pc:sldMk cId="463600146" sldId="2569"/>
            <ac:spMk id="2" creationId="{9CAA4C13-D968-57E8-ACD9-F99EC20B80B9}"/>
          </ac:spMkLst>
        </pc:spChg>
        <pc:spChg chg="mod">
          <ac:chgData name="" userId="" providerId="" clId="Web-{9D1DCED8-B476-48B2-BDE5-20199A245EA2}" dt="2026-03-06T05:26:59.332" v="1" actId="34807"/>
          <ac:spMkLst>
            <pc:docMk/>
            <pc:sldMk cId="463600146" sldId="2569"/>
            <ac:spMk id="4" creationId="{911AF83D-4E56-63AE-6D63-073ED825EB34}"/>
          </ac:spMkLst>
        </pc:spChg>
        <pc:spChg chg="mod">
          <ac:chgData name="" userId="" providerId="" clId="Web-{9D1DCED8-B476-48B2-BDE5-20199A245EA2}" dt="2026-03-06T05:26:59.332" v="1" actId="34807"/>
          <ac:spMkLst>
            <pc:docMk/>
            <pc:sldMk cId="463600146" sldId="2569"/>
            <ac:spMk id="5" creationId="{C30F25AE-4713-EC69-EF0F-F1C6B37FB19F}"/>
          </ac:spMkLst>
        </pc:spChg>
        <pc:spChg chg="mod">
          <ac:chgData name="" userId="" providerId="" clId="Web-{9D1DCED8-B476-48B2-BDE5-20199A245EA2}" dt="2026-03-06T05:26:59.332" v="1" actId="34807"/>
          <ac:spMkLst>
            <pc:docMk/>
            <pc:sldMk cId="463600146" sldId="2569"/>
            <ac:spMk id="6" creationId="{3E8A55A7-8B34-04AC-E468-31A88B632D99}"/>
          </ac:spMkLst>
        </pc:spChg>
        <pc:spChg chg="mod">
          <ac:chgData name="" userId="" providerId="" clId="Web-{9D1DCED8-B476-48B2-BDE5-20199A245EA2}" dt="2026-03-06T05:26:59.332" v="1" actId="34807"/>
          <ac:spMkLst>
            <pc:docMk/>
            <pc:sldMk cId="463600146" sldId="2569"/>
            <ac:spMk id="7" creationId="{F7368131-308C-C93F-95CD-0FD1A64C8A68}"/>
          </ac:spMkLst>
        </pc:spChg>
        <pc:picChg chg="mod">
          <ac:chgData name="" userId="" providerId="" clId="Web-{9D1DCED8-B476-48B2-BDE5-20199A245EA2}" dt="2026-03-06T05:26:59.332" v="1" actId="34807"/>
          <ac:picMkLst>
            <pc:docMk/>
            <pc:sldMk cId="463600146" sldId="2569"/>
            <ac:picMk id="8" creationId="{01C77F86-45D9-45CD-AE7A-224F30696BBB}"/>
          </ac:picMkLst>
        </pc:picChg>
      </pc:sldChg>
      <pc:sldChg chg="modSp add mod modTransition addAnim chgLayout">
        <pc:chgData name="" userId="" providerId="" clId="Web-{9D1DCED8-B476-48B2-BDE5-20199A245EA2}" dt="2026-03-06T05:26:59.348" v="13" actId="34807"/>
        <pc:sldMkLst>
          <pc:docMk/>
          <pc:sldMk cId="3300163443" sldId="2570"/>
        </pc:sldMkLst>
        <pc:spChg chg="mod">
          <ac:chgData name="" userId="" providerId="" clId="Web-{9D1DCED8-B476-48B2-BDE5-20199A245EA2}" dt="2026-03-06T05:26:59.332" v="1" actId="34807"/>
          <ac:spMkLst>
            <pc:docMk/>
            <pc:sldMk cId="3300163443" sldId="2570"/>
            <ac:spMk id="2" creationId="{7742B3F5-624D-45FB-E224-CB243B987F60}"/>
          </ac:spMkLst>
        </pc:spChg>
      </pc:sldChg>
      <pc:sldChg chg="modSp add mod modTransition modClrScheme addAnim chgLayout">
        <pc:chgData name="" userId="" providerId="" clId="Web-{9D1DCED8-B476-48B2-BDE5-20199A245EA2}" dt="2026-03-06T05:26:59.348" v="14" actId="34807"/>
        <pc:sldMkLst>
          <pc:docMk/>
          <pc:sldMk cId="2041099085" sldId="2571"/>
        </pc:sldMkLst>
        <pc:spChg chg="mod">
          <ac:chgData name="" userId="" providerId="" clId="Web-{9D1DCED8-B476-48B2-BDE5-20199A245EA2}" dt="2026-03-06T05:26:59.332" v="1" actId="34807"/>
          <ac:spMkLst>
            <pc:docMk/>
            <pc:sldMk cId="2041099085" sldId="2571"/>
            <ac:spMk id="2" creationId="{7B870438-FDD0-177F-E9D9-9984F2131FAA}"/>
          </ac:spMkLst>
        </pc:spChg>
        <pc:spChg chg="mod">
          <ac:chgData name="" userId="" providerId="" clId="Web-{9D1DCED8-B476-48B2-BDE5-20199A245EA2}" dt="2026-03-06T05:26:59.332" v="1" actId="34807"/>
          <ac:spMkLst>
            <pc:docMk/>
            <pc:sldMk cId="2041099085" sldId="2571"/>
            <ac:spMk id="4" creationId="{35DD379E-601E-3122-A7A1-A16E05A6A295}"/>
          </ac:spMkLst>
        </pc:spChg>
        <pc:spChg chg="mod">
          <ac:chgData name="" userId="" providerId="" clId="Web-{9D1DCED8-B476-48B2-BDE5-20199A245EA2}" dt="2026-03-06T05:26:59.332" v="1" actId="34807"/>
          <ac:spMkLst>
            <pc:docMk/>
            <pc:sldMk cId="2041099085" sldId="2571"/>
            <ac:spMk id="5" creationId="{0F9D4707-D82F-99F9-72D0-121577F2DFD0}"/>
          </ac:spMkLst>
        </pc:spChg>
        <pc:spChg chg="mod">
          <ac:chgData name="" userId="" providerId="" clId="Web-{9D1DCED8-B476-48B2-BDE5-20199A245EA2}" dt="2026-03-06T05:26:59.332" v="1" actId="34807"/>
          <ac:spMkLst>
            <pc:docMk/>
            <pc:sldMk cId="2041099085" sldId="2571"/>
            <ac:spMk id="6" creationId="{9788E9FD-5AEF-03EE-F560-F625EA73A17F}"/>
          </ac:spMkLst>
        </pc:spChg>
        <pc:spChg chg="mod">
          <ac:chgData name="" userId="" providerId="" clId="Web-{9D1DCED8-B476-48B2-BDE5-20199A245EA2}" dt="2026-03-06T05:26:59.332" v="1" actId="34807"/>
          <ac:spMkLst>
            <pc:docMk/>
            <pc:sldMk cId="2041099085" sldId="2571"/>
            <ac:spMk id="7" creationId="{426A75E5-8028-C0C9-C059-59BA69772E48}"/>
          </ac:spMkLst>
        </pc:spChg>
        <pc:picChg chg="mod">
          <ac:chgData name="" userId="" providerId="" clId="Web-{9D1DCED8-B476-48B2-BDE5-20199A245EA2}" dt="2026-03-06T05:26:59.332" v="1" actId="34807"/>
          <ac:picMkLst>
            <pc:docMk/>
            <pc:sldMk cId="2041099085" sldId="2571"/>
            <ac:picMk id="8" creationId="{1C635674-2208-4F91-BC6E-AD7245709D8A}"/>
          </ac:picMkLst>
        </pc:picChg>
      </pc:sldChg>
      <pc:sldChg chg="modSp add mod modTransition addAnim chgLayout">
        <pc:chgData name="" userId="" providerId="" clId="Web-{9D1DCED8-B476-48B2-BDE5-20199A245EA2}" dt="2026-03-06T05:26:59.348" v="15" actId="34807"/>
        <pc:sldMkLst>
          <pc:docMk/>
          <pc:sldMk cId="3536254174" sldId="2572"/>
        </pc:sldMkLst>
        <pc:spChg chg="mod">
          <ac:chgData name="" userId="" providerId="" clId="Web-{9D1DCED8-B476-48B2-BDE5-20199A245EA2}" dt="2026-03-06T05:26:59.332" v="1" actId="34807"/>
          <ac:spMkLst>
            <pc:docMk/>
            <pc:sldMk cId="3536254174" sldId="2572"/>
            <ac:spMk id="2" creationId="{27B6A8BD-D2A5-5A8E-4878-2F6C4F656724}"/>
          </ac:spMkLst>
        </pc:spChg>
      </pc:sldChg>
      <pc:sldChg chg="modSp add mod modTransition modClrScheme addAnim chgLayout">
        <pc:chgData name="" userId="" providerId="" clId="Web-{9D1DCED8-B476-48B2-BDE5-20199A245EA2}" dt="2026-03-06T05:26:59.348" v="16" actId="34807"/>
        <pc:sldMkLst>
          <pc:docMk/>
          <pc:sldMk cId="864794417" sldId="2573"/>
        </pc:sldMkLst>
        <pc:spChg chg="mod">
          <ac:chgData name="" userId="" providerId="" clId="Web-{9D1DCED8-B476-48B2-BDE5-20199A245EA2}" dt="2026-03-06T05:26:59.332" v="1" actId="34807"/>
          <ac:spMkLst>
            <pc:docMk/>
            <pc:sldMk cId="864794417" sldId="2573"/>
            <ac:spMk id="2" creationId="{522B36D9-AFA0-F137-FF91-18538ED832EB}"/>
          </ac:spMkLst>
        </pc:spChg>
        <pc:spChg chg="mod">
          <ac:chgData name="" userId="" providerId="" clId="Web-{9D1DCED8-B476-48B2-BDE5-20199A245EA2}" dt="2026-03-06T05:26:59.332" v="1" actId="34807"/>
          <ac:spMkLst>
            <pc:docMk/>
            <pc:sldMk cId="864794417" sldId="2573"/>
            <ac:spMk id="4" creationId="{C9751327-3BA2-5434-EEF9-F45354B7DC13}"/>
          </ac:spMkLst>
        </pc:spChg>
        <pc:spChg chg="mod">
          <ac:chgData name="" userId="" providerId="" clId="Web-{9D1DCED8-B476-48B2-BDE5-20199A245EA2}" dt="2026-03-06T05:26:59.332" v="1" actId="34807"/>
          <ac:spMkLst>
            <pc:docMk/>
            <pc:sldMk cId="864794417" sldId="2573"/>
            <ac:spMk id="5" creationId="{8C78EF1B-6032-D6D9-0124-4C25D5DC1BD8}"/>
          </ac:spMkLst>
        </pc:spChg>
        <pc:spChg chg="mod">
          <ac:chgData name="" userId="" providerId="" clId="Web-{9D1DCED8-B476-48B2-BDE5-20199A245EA2}" dt="2026-03-06T05:26:59.332" v="1" actId="34807"/>
          <ac:spMkLst>
            <pc:docMk/>
            <pc:sldMk cId="864794417" sldId="2573"/>
            <ac:spMk id="6" creationId="{46139C8B-36FA-2844-A5AD-8D91057F6A78}"/>
          </ac:spMkLst>
        </pc:spChg>
        <pc:spChg chg="mod">
          <ac:chgData name="" userId="" providerId="" clId="Web-{9D1DCED8-B476-48B2-BDE5-20199A245EA2}" dt="2026-03-06T05:26:59.332" v="1" actId="34807"/>
          <ac:spMkLst>
            <pc:docMk/>
            <pc:sldMk cId="864794417" sldId="2573"/>
            <ac:spMk id="7" creationId="{60A2824B-4B09-4194-9547-216A421A1585}"/>
          </ac:spMkLst>
        </pc:spChg>
        <pc:picChg chg="mod ord">
          <ac:chgData name="" userId="" providerId="" clId="Web-{9D1DCED8-B476-48B2-BDE5-20199A245EA2}" dt="2026-03-06T05:26:59.332" v="1" actId="34807"/>
          <ac:picMkLst>
            <pc:docMk/>
            <pc:sldMk cId="864794417" sldId="2573"/>
            <ac:picMk id="8" creationId="{A4786A1B-2006-4CB3-BC26-5C6BA25C080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CEC2B7-5603-E847-9CCD-B17BCD70217C}"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7AB055-8057-8042-A9DC-340E25EB49F5}" type="slidenum">
              <a:rPr lang="en-US" smtClean="0"/>
              <a:t>‹#›</a:t>
            </a:fld>
            <a:endParaRPr lang="en-US"/>
          </a:p>
        </p:txBody>
      </p:sp>
    </p:spTree>
    <p:extLst>
      <p:ext uri="{BB962C8B-B14F-4D97-AF65-F5344CB8AC3E}">
        <p14:creationId xmlns:p14="http://schemas.microsoft.com/office/powerpoint/2010/main" val="1030723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417AB055-8057-8042-A9DC-340E25EB49F5}" type="slidenum">
              <a:rPr lang="en-US" smtClean="0"/>
              <a:t>1</a:t>
            </a:fld>
            <a:endParaRPr lang="en-US"/>
          </a:p>
        </p:txBody>
      </p:sp>
    </p:spTree>
    <p:extLst>
      <p:ext uri="{BB962C8B-B14F-4D97-AF65-F5344CB8AC3E}">
        <p14:creationId xmlns:p14="http://schemas.microsoft.com/office/powerpoint/2010/main" val="2049678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and Need for AI Governance in India</a:t>
            </a:r>
          </a:p>
        </p:txBody>
      </p:sp>
      <p:sp>
        <p:nvSpPr>
          <p:cNvPr id="4" name="Slide Number Placeholder 3"/>
          <p:cNvSpPr>
            <a:spLocks noGrp="1"/>
          </p:cNvSpPr>
          <p:nvPr>
            <p:ph type="sldNum" sz="quarter" idx="5"/>
          </p:nvPr>
        </p:nvSpPr>
        <p:spPr/>
        <p:txBody>
          <a:bodyPr/>
          <a:lstStyle/>
          <a:p>
            <a:fld id="{417AB055-8057-8042-A9DC-340E25EB49F5}" type="slidenum">
              <a:rPr lang="en-US" smtClean="0"/>
              <a:t>2</a:t>
            </a:fld>
            <a:endParaRPr lang="en-US"/>
          </a:p>
        </p:txBody>
      </p:sp>
    </p:spTree>
    <p:extLst>
      <p:ext uri="{BB962C8B-B14F-4D97-AF65-F5344CB8AC3E}">
        <p14:creationId xmlns:p14="http://schemas.microsoft.com/office/powerpoint/2010/main" val="545115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(AI) governance in India has become a critical national priority due to the rapid proliferation of AI technologies across sectors such as finance, healthcare, education, agriculture, and public administration. The increased integration of AI systems brings both transformative potential and significant risks, including misinformation, deepfakes, algorithmic biases, and threats to citizen safety. As a nation with vast socio-economic diversity and a rapidly digitizing population, India must balance innovation with responsible oversight. This balance is essential not only to mitigate harms but also to sustain trust among users and stakeholders who rely on AI-enabled services. At the core of India’s AI governance philosophy is the vision of “AI for All,” aligned with national developmental goals under the Viksit Bharat 2047 initiative. This vision emphasizes the democratization of AI benefits so that technological progress reaches citizens equitably, without exacerbating existing inequalities. In addition, India’s governance stance recognizes that over-regulation can stifle innovation; therefore, it opts for a techno-legal, principle-driven model that uses existing laws while encouraging voluntary compliance and industry leadership. The rising menace of synthetic media, especially deepfake-driven misinformation, underscores the urgency for enforceable age-verification systems and robust content authenticity frameworks. Moreover, sectors handling sensitive data, such as healthcare and finance, have distinct governance needs that demand sector-specific guidelines. Ultimately, India's approach seeks to cultivate an environment where AI innovation thrives across public and private sectors while ensuring protections related to safety, transparency, fairness, accountability, and human rights. This makes a strong governance foundation indispensable for India’s long-term transition into an AI-empowered economy.</a:t>
            </a:r>
          </a:p>
        </p:txBody>
      </p:sp>
      <p:sp>
        <p:nvSpPr>
          <p:cNvPr id="4" name="Slide Number Placeholder 3"/>
          <p:cNvSpPr>
            <a:spLocks noGrp="1"/>
          </p:cNvSpPr>
          <p:nvPr>
            <p:ph type="sldNum" sz="quarter" idx="5"/>
          </p:nvPr>
        </p:nvSpPr>
        <p:spPr/>
        <p:txBody>
          <a:bodyPr/>
          <a:lstStyle/>
          <a:p>
            <a:fld id="{417AB055-8057-8042-A9DC-340E25EB49F5}" type="slidenum">
              <a:rPr lang="en-US" smtClean="0"/>
              <a:t>3</a:t>
            </a:fld>
            <a:endParaRPr lang="en-US"/>
          </a:p>
        </p:txBody>
      </p:sp>
    </p:spTree>
    <p:extLst>
      <p:ext uri="{BB962C8B-B14F-4D97-AF65-F5344CB8AC3E}">
        <p14:creationId xmlns:p14="http://schemas.microsoft.com/office/powerpoint/2010/main" val="1155600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Seven Sutras of India’s AI Governance Model</a:t>
            </a:r>
          </a:p>
        </p:txBody>
      </p:sp>
      <p:sp>
        <p:nvSpPr>
          <p:cNvPr id="4" name="Slide Number Placeholder 3"/>
          <p:cNvSpPr>
            <a:spLocks noGrp="1"/>
          </p:cNvSpPr>
          <p:nvPr>
            <p:ph type="sldNum" sz="quarter" idx="5"/>
          </p:nvPr>
        </p:nvSpPr>
        <p:spPr/>
        <p:txBody>
          <a:bodyPr/>
          <a:lstStyle/>
          <a:p>
            <a:fld id="{417AB055-8057-8042-A9DC-340E25EB49F5}" type="slidenum">
              <a:rPr lang="en-US" smtClean="0"/>
              <a:t>4</a:t>
            </a:fld>
            <a:endParaRPr lang="en-US"/>
          </a:p>
        </p:txBody>
      </p:sp>
    </p:spTree>
    <p:extLst>
      <p:ext uri="{BB962C8B-B14F-4D97-AF65-F5344CB8AC3E}">
        <p14:creationId xmlns:p14="http://schemas.microsoft.com/office/powerpoint/2010/main" val="3600782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India’s AI Governance Guidelines revolve around seven foundational principles, commonly referred to as the Seven Sutras. These principles collectively guide ethical development, deployment, and monitoring of AI systems across the country. The first principle, Trust, requires AI systems to be reliable, predictable, and safe in real-world applications, ensuring citizens retain confidence in digital services. People-First emphasizes a human-centric approach, insisting that AI must augment human capabilities rather than undermine autonomy or deepen inequalities. The principle of Innovation Over Restraint reflects India’s strategic choice to avoid restrictive, prescriptive regulations that can deter startups, researchers, and enterprises—especially in emerging sectors like generative AI. Fairness and Equity ensure that AI systems do not perpetuate socio-economic, caste-based, linguistic, or gender biases and require structured audits to detect discriminatory outcomes. Accountability mandates clear assignment of responsibility across the AI lifecycle, ensuring that developers, deployers, and platform owners can be held answerable for harm or misuse. Transparency, often described as Understandable-by-Design, pushes for explainable AI models where users and regulators can understand how decisions are made. Lastly, Safety, Security &amp; Sustainability focuses on embedding robust risk management practices, including watermarking, threat modeling, bias testing, and environmental efficiency. Together, these Sutras form the backbone of India’s AI governance blueprint, creating a balanced framework that protects citizens without stifling innovation. They are designed to be sector-agnostic, adaptive to future advancements, and aligned with global best practices while addressing India-specific socio-technical challenges.</a:t>
            </a:r>
          </a:p>
        </p:txBody>
      </p:sp>
      <p:sp>
        <p:nvSpPr>
          <p:cNvPr id="4" name="Slide Number Placeholder 3"/>
          <p:cNvSpPr>
            <a:spLocks noGrp="1"/>
          </p:cNvSpPr>
          <p:nvPr>
            <p:ph type="sldNum" sz="quarter" idx="5"/>
          </p:nvPr>
        </p:nvSpPr>
        <p:spPr/>
        <p:txBody>
          <a:bodyPr/>
          <a:lstStyle/>
          <a:p>
            <a:fld id="{417AB055-8057-8042-A9DC-340E25EB49F5}" type="slidenum">
              <a:rPr lang="en-US" smtClean="0"/>
              <a:t>5</a:t>
            </a:fld>
            <a:endParaRPr lang="en-US"/>
          </a:p>
        </p:txBody>
      </p:sp>
    </p:spTree>
    <p:extLst>
      <p:ext uri="{BB962C8B-B14F-4D97-AF65-F5344CB8AC3E}">
        <p14:creationId xmlns:p14="http://schemas.microsoft.com/office/powerpoint/2010/main" val="2913529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Institutions Supporting India’s AI Governance</a:t>
            </a:r>
          </a:p>
        </p:txBody>
      </p:sp>
      <p:sp>
        <p:nvSpPr>
          <p:cNvPr id="4" name="Slide Number Placeholder 3"/>
          <p:cNvSpPr>
            <a:spLocks noGrp="1"/>
          </p:cNvSpPr>
          <p:nvPr>
            <p:ph type="sldNum" sz="quarter" idx="5"/>
          </p:nvPr>
        </p:nvSpPr>
        <p:spPr/>
        <p:txBody>
          <a:bodyPr/>
          <a:lstStyle/>
          <a:p>
            <a:fld id="{417AB055-8057-8042-A9DC-340E25EB49F5}" type="slidenum">
              <a:rPr lang="en-US" smtClean="0"/>
              <a:t>6</a:t>
            </a:fld>
            <a:endParaRPr lang="en-US"/>
          </a:p>
        </p:txBody>
      </p:sp>
    </p:spTree>
    <p:extLst>
      <p:ext uri="{BB962C8B-B14F-4D97-AF65-F5344CB8AC3E}">
        <p14:creationId xmlns:p14="http://schemas.microsoft.com/office/powerpoint/2010/main" val="2332644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operationalize its AI governance strategy, India has established a multilayered institutional framework that brings together technical expertise, policy oversight, and safety validation. The AI Governance Group (AIGG), an inter-ministerial body, plays a central role in overseeing national AI governance implementation and ensuring alignment between ministries and regulatory authorities. Complementing this is the Technology &amp; Policy Expert Committee (TPEC), composed of researchers, policymakers, legal experts, and industry specialists who help shape technical standards, best practices, sector-specific safety requirements, and compliance guidelines. The IndiaAI Safety Institute (AISI) serves as the technical backbone for AI safety assurance. It evaluates frontier AI models, conducts adversarial testing, and develops benchmark protocols for model robustness, ethical compliance, and risk mitigation. Collectively, these institutions operate within a whole-of-government framework that integrates AI governance into India’s broader digital infrastructure strategy, including synergy with the IndiaAI Mission. They also strengthen India’s readiness to participate in global governance dialogues, such as frontier AI safety collaborations and international interoperability efforts. By distributing responsibilities across specialized bodies with complementary roles, India ensures scalability, flexibility, and long-term resilience in managing the evolving landscape of AI risks and opportunities.</a:t>
            </a:r>
          </a:p>
        </p:txBody>
      </p:sp>
      <p:sp>
        <p:nvSpPr>
          <p:cNvPr id="4" name="Slide Number Placeholder 3"/>
          <p:cNvSpPr>
            <a:spLocks noGrp="1"/>
          </p:cNvSpPr>
          <p:nvPr>
            <p:ph type="sldNum" sz="quarter" idx="5"/>
          </p:nvPr>
        </p:nvSpPr>
        <p:spPr/>
        <p:txBody>
          <a:bodyPr/>
          <a:lstStyle/>
          <a:p>
            <a:fld id="{417AB055-8057-8042-A9DC-340E25EB49F5}" type="slidenum">
              <a:rPr lang="en-US" smtClean="0"/>
              <a:t>7</a:t>
            </a:fld>
            <a:endParaRPr lang="en-US"/>
          </a:p>
        </p:txBody>
      </p:sp>
    </p:spTree>
    <p:extLst>
      <p:ext uri="{BB962C8B-B14F-4D97-AF65-F5344CB8AC3E}">
        <p14:creationId xmlns:p14="http://schemas.microsoft.com/office/powerpoint/2010/main" val="1725807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Light-Touch Regulatory Approach and Sector-Specific Models</a:t>
            </a:r>
          </a:p>
        </p:txBody>
      </p:sp>
      <p:sp>
        <p:nvSpPr>
          <p:cNvPr id="4" name="Slide Number Placeholder 3"/>
          <p:cNvSpPr>
            <a:spLocks noGrp="1"/>
          </p:cNvSpPr>
          <p:nvPr>
            <p:ph type="sldNum" sz="quarter" idx="5"/>
          </p:nvPr>
        </p:nvSpPr>
        <p:spPr/>
        <p:txBody>
          <a:bodyPr/>
          <a:lstStyle/>
          <a:p>
            <a:fld id="{417AB055-8057-8042-A9DC-340E25EB49F5}" type="slidenum">
              <a:rPr lang="en-US" smtClean="0"/>
              <a:t>8</a:t>
            </a:fld>
            <a:endParaRPr lang="en-US"/>
          </a:p>
        </p:txBody>
      </p:sp>
    </p:spTree>
    <p:extLst>
      <p:ext uri="{BB962C8B-B14F-4D97-AF65-F5344CB8AC3E}">
        <p14:creationId xmlns:p14="http://schemas.microsoft.com/office/powerpoint/2010/main" val="1769250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India’s regulatory strategy for AI is characterized by a light-touch, techno-legal model designed to encourage innovation while guiding responsible behavior. Instead of enacting a standalone AI law, India leverages existing frameworks such as the Information Technology Act and the Digital Personal Data Protection Act to regulate AI-driven processes, data flows, and digital harms. This model gives flexibility to update compliance requirements without overhauling legislation whenever new AI technologies emerge. Sector-specific governance frameworks strengthen this approach, allowing regulatory bodies to tailor guidelines according to sectoral risks. For example, the Reserve Bank of India’s FREE-AI framework mandates AI inventories, model risk management protocols, and incident reporting requirements for financial institutions. In healthcare, compliance focuses on personal data protection, accuracy, and medical ethics. In the education technology sector, recent policy signals suggest movement toward enforceable age verification, safer algorithmic personalization, and protection of minors in digital ecosystems. Across all sectors, emphasis is placed on voluntary standards, self-certification, and adoption of globally recognized AI management systems such as ISO/IEC 42001. This hybrid model of horizontal principles combined with vertical, sector-specific rules ensures consistency while enabling different industries to define appropriate safeguards for their unique use cases.</a:t>
            </a:r>
          </a:p>
        </p:txBody>
      </p:sp>
      <p:sp>
        <p:nvSpPr>
          <p:cNvPr id="4" name="Slide Number Placeholder 3"/>
          <p:cNvSpPr>
            <a:spLocks noGrp="1"/>
          </p:cNvSpPr>
          <p:nvPr>
            <p:ph type="sldNum" sz="quarter" idx="5"/>
          </p:nvPr>
        </p:nvSpPr>
        <p:spPr/>
        <p:txBody>
          <a:bodyPr/>
          <a:lstStyle/>
          <a:p>
            <a:fld id="{417AB055-8057-8042-A9DC-340E25EB49F5}" type="slidenum">
              <a:rPr lang="en-US" smtClean="0"/>
              <a:t>9</a:t>
            </a:fld>
            <a:endParaRPr lang="en-US"/>
          </a:p>
        </p:txBody>
      </p:sp>
    </p:spTree>
    <p:extLst>
      <p:ext uri="{BB962C8B-B14F-4D97-AF65-F5344CB8AC3E}">
        <p14:creationId xmlns:p14="http://schemas.microsoft.com/office/powerpoint/2010/main" val="3687872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Comparison of India’s AI Governance with EU and US Models</a:t>
            </a:r>
          </a:p>
        </p:txBody>
      </p:sp>
      <p:sp>
        <p:nvSpPr>
          <p:cNvPr id="4" name="Slide Number Placeholder 3"/>
          <p:cNvSpPr>
            <a:spLocks noGrp="1"/>
          </p:cNvSpPr>
          <p:nvPr>
            <p:ph type="sldNum" sz="quarter" idx="5"/>
          </p:nvPr>
        </p:nvSpPr>
        <p:spPr/>
        <p:txBody>
          <a:bodyPr/>
          <a:lstStyle/>
          <a:p>
            <a:fld id="{417AB055-8057-8042-A9DC-340E25EB49F5}" type="slidenum">
              <a:rPr lang="en-US" smtClean="0"/>
              <a:t>10</a:t>
            </a:fld>
            <a:endParaRPr lang="en-US"/>
          </a:p>
        </p:txBody>
      </p:sp>
    </p:spTree>
    <p:extLst>
      <p:ext uri="{BB962C8B-B14F-4D97-AF65-F5344CB8AC3E}">
        <p14:creationId xmlns:p14="http://schemas.microsoft.com/office/powerpoint/2010/main" val="3244501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When compared with global AI governance models, India’s approach stands out as a balanced, innovation‑friendly framework that avoids the extremes of heavy regulation and regulatory fragmentation. The European Union’s AI Act represents the world’s most stringent and comprehensive horizontal AI regulation, applying mandatory risk classifications and strict compliance obligations on high-risk systems. While effective for consumer protection, the EU model demands significant documentation, audits, and conformity assessments that can slow deployment and increase barriers for startups. In contrast, the United States lacks a unified federal AI law and instead uses a patchwork of state-led regulations combined with federal guidelines from bodies such as NIST. This creates flexibility and fosters rapid private-sector innovation but also results in uneven consumer protections and inconsistent AI governance standards across states. India’s model lies between these two extremes. It is less burdensome than the EU’s centralised framework but more coherent and nationally aligned than the US’s fragmented approach. India uses existing legislation supplemented with AI-specific principles, sectoral oversight, and light-touch compliance, ensuring responsiveness to socio-technical contexts unique to the Global South. Additionally, India’s focus on compute access, multilingual datasets, and affordability highlights governance priorities not typically emphasized in Western frameworks. Thus, India's AI governance model positions it as a leader among emerging economies by fostering responsible innovation with contextual sensitivity.</a:t>
            </a:r>
          </a:p>
        </p:txBody>
      </p:sp>
      <p:sp>
        <p:nvSpPr>
          <p:cNvPr id="4" name="Slide Number Placeholder 3"/>
          <p:cNvSpPr>
            <a:spLocks noGrp="1"/>
          </p:cNvSpPr>
          <p:nvPr>
            <p:ph type="sldNum" sz="quarter" idx="5"/>
          </p:nvPr>
        </p:nvSpPr>
        <p:spPr/>
        <p:txBody>
          <a:bodyPr/>
          <a:lstStyle/>
          <a:p>
            <a:fld id="{417AB055-8057-8042-A9DC-340E25EB49F5}" type="slidenum">
              <a:rPr lang="en-US" smtClean="0"/>
              <a:t>11</a:t>
            </a:fld>
            <a:endParaRPr lang="en-US"/>
          </a:p>
        </p:txBody>
      </p:sp>
    </p:spTree>
    <p:extLst>
      <p:ext uri="{BB962C8B-B14F-4D97-AF65-F5344CB8AC3E}">
        <p14:creationId xmlns:p14="http://schemas.microsoft.com/office/powerpoint/2010/main" val="2871683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Directions and Key Takeaways for India’s AI Governance</a:t>
            </a:r>
          </a:p>
        </p:txBody>
      </p:sp>
      <p:sp>
        <p:nvSpPr>
          <p:cNvPr id="4" name="Slide Number Placeholder 3"/>
          <p:cNvSpPr>
            <a:spLocks noGrp="1"/>
          </p:cNvSpPr>
          <p:nvPr>
            <p:ph type="sldNum" sz="quarter" idx="5"/>
          </p:nvPr>
        </p:nvSpPr>
        <p:spPr/>
        <p:txBody>
          <a:bodyPr/>
          <a:lstStyle/>
          <a:p>
            <a:fld id="{417AB055-8057-8042-A9DC-340E25EB49F5}" type="slidenum">
              <a:rPr lang="en-US" smtClean="0"/>
              <a:t>12</a:t>
            </a:fld>
            <a:endParaRPr lang="en-US"/>
          </a:p>
        </p:txBody>
      </p:sp>
    </p:spTree>
    <p:extLst>
      <p:ext uri="{BB962C8B-B14F-4D97-AF65-F5344CB8AC3E}">
        <p14:creationId xmlns:p14="http://schemas.microsoft.com/office/powerpoint/2010/main" val="2820639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India’s AI governance trajectory is expected to evolve significantly as frontier AI models become more powerful and widely adopted. One critical direction expected in the near future is the establishment of enforceable regulations for synthetic media, including robust labeling standards for deepfakes, provenance tracking, and liability frameworks for platforms hosting AI-generated content. Additionally, the government is working toward formalizing structured age-verification mechanisms to enhance child safety in digital spaces and mitigate risks posed by AI-driven personalization and content generation. International cooperation is also emerging as a major pillar of India’s policy strategy. Through platforms such as the India AI Impact Summit and collaborations with global frontier AI developers, India aims to shape inclusive, multilingual, and Global South-centric AI evaluation standards. Domestically, future reforms may include expansion of national compute infrastructure, deeper integration of AI testing sandboxes, and mandatory assessments for high-impact AI models used in public service delivery. Key takeaways include India’s unique commitment to innovation-first governance, adaptability to technological advancements, and emphasis on equitable AI-enabled growth. These priorities ensure that India remains not only a major contributor to global AI development but also a responsible steward of its societal impacts.</a:t>
            </a:r>
          </a:p>
        </p:txBody>
      </p:sp>
      <p:sp>
        <p:nvSpPr>
          <p:cNvPr id="4" name="Slide Number Placeholder 3"/>
          <p:cNvSpPr>
            <a:spLocks noGrp="1"/>
          </p:cNvSpPr>
          <p:nvPr>
            <p:ph type="sldNum" sz="quarter" idx="5"/>
          </p:nvPr>
        </p:nvSpPr>
        <p:spPr/>
        <p:txBody>
          <a:bodyPr/>
          <a:lstStyle/>
          <a:p>
            <a:fld id="{417AB055-8057-8042-A9DC-340E25EB49F5}" type="slidenum">
              <a:rPr lang="en-US" smtClean="0"/>
              <a:t>13</a:t>
            </a:fld>
            <a:endParaRPr lang="en-US"/>
          </a:p>
        </p:txBody>
      </p:sp>
    </p:spTree>
    <p:extLst>
      <p:ext uri="{BB962C8B-B14F-4D97-AF65-F5344CB8AC3E}">
        <p14:creationId xmlns:p14="http://schemas.microsoft.com/office/powerpoint/2010/main" val="2247921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9631D5-4CBA-B958-66E5-1D06CE60A685}"/>
              </a:ext>
            </a:extLst>
          </p:cNvPr>
          <p:cNvSpPr/>
          <p:nvPr/>
        </p:nvSpPr>
        <p:spPr>
          <a:xfrm>
            <a:off x="457200" y="1110996"/>
            <a:ext cx="11277600" cy="46360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2E59B00B-2A72-3526-46B5-2D31EFBA19C1}"/>
              </a:ext>
            </a:extLst>
          </p:cNvPr>
          <p:cNvSpPr>
            <a:spLocks noGrp="1"/>
          </p:cNvSpPr>
          <p:nvPr>
            <p:ph type="title"/>
          </p:nvPr>
        </p:nvSpPr>
        <p:spPr>
          <a:xfrm>
            <a:off x="691079" y="1394139"/>
            <a:ext cx="5336630" cy="4069724"/>
          </a:xfrm>
        </p:spPr>
        <p:txBody>
          <a:bodyPr>
            <a:normAutofit/>
          </a:bodyPr>
          <a:lstStyle>
            <a:lvl1pPr>
              <a:defRPr sz="4800"/>
            </a:lvl1pPr>
          </a:lstStyle>
          <a:p>
            <a:r>
              <a:rPr lang="en-US"/>
              <a:t>Click to edit Master title style</a:t>
            </a:r>
          </a:p>
        </p:txBody>
      </p:sp>
      <p:sp>
        <p:nvSpPr>
          <p:cNvPr id="12" name="Subtitle 2">
            <a:extLst>
              <a:ext uri="{FF2B5EF4-FFF2-40B4-BE49-F238E27FC236}">
                <a16:creationId xmlns:a16="http://schemas.microsoft.com/office/drawing/2014/main" id="{E53AC4E3-F9DF-C029-69FF-01D7C04DE01A}"/>
              </a:ext>
            </a:extLst>
          </p:cNvPr>
          <p:cNvSpPr>
            <a:spLocks noGrp="1"/>
          </p:cNvSpPr>
          <p:nvPr>
            <p:ph type="subTitle" idx="1"/>
          </p:nvPr>
        </p:nvSpPr>
        <p:spPr>
          <a:xfrm>
            <a:off x="360370" y="6031065"/>
            <a:ext cx="9144000" cy="548640"/>
          </a:xfrm>
        </p:spPr>
        <p:txBody>
          <a:bodyPr vert="horz" lIns="91440" tIns="45720" rIns="91440" bIns="45720" rtlCol="0" anchor="ctr">
            <a:normAutofit/>
          </a:bodyPr>
          <a:lstStyle>
            <a:lvl1pPr marL="0" indent="0">
              <a:buNone/>
              <a:defRPr lang="en-US" sz="1600" cap="all" spc="100" baseline="0" dirty="0"/>
            </a:lvl1pPr>
          </a:lstStyle>
          <a:p>
            <a:pPr lvl="0"/>
            <a:r>
              <a:rPr lang="en-US"/>
              <a:t>Click to edit Master subtitle style</a:t>
            </a:r>
          </a:p>
        </p:txBody>
      </p:sp>
      <p:sp>
        <p:nvSpPr>
          <p:cNvPr id="7" name="Footer Placeholder 6">
            <a:extLst>
              <a:ext uri="{FF2B5EF4-FFF2-40B4-BE49-F238E27FC236}">
                <a16:creationId xmlns:a16="http://schemas.microsoft.com/office/drawing/2014/main" id="{1D47A7DF-A880-1D22-F809-631CB36C5DE4}"/>
              </a:ext>
            </a:extLst>
          </p:cNvPr>
          <p:cNvSpPr>
            <a:spLocks noGrp="1"/>
          </p:cNvSpPr>
          <p:nvPr>
            <p:ph type="ftr" sz="quarter" idx="11"/>
          </p:nvPr>
        </p:nvSpPr>
        <p:spPr>
          <a:xfrm>
            <a:off x="453520" y="430684"/>
            <a:ext cx="4114800" cy="365125"/>
          </a:xfrm>
        </p:spPr>
        <p:txBody>
          <a:bodyPr/>
          <a:lstStyle/>
          <a:p>
            <a:r>
              <a:rPr lang="en-US" dirty="0"/>
              <a:t>Presentation title</a:t>
            </a:r>
          </a:p>
        </p:txBody>
      </p:sp>
      <p:sp>
        <p:nvSpPr>
          <p:cNvPr id="6" name="Date Placeholder 5">
            <a:extLst>
              <a:ext uri="{FF2B5EF4-FFF2-40B4-BE49-F238E27FC236}">
                <a16:creationId xmlns:a16="http://schemas.microsoft.com/office/drawing/2014/main" id="{A9645FC2-7E06-2307-2D7B-2B52E501815F}"/>
              </a:ext>
            </a:extLst>
          </p:cNvPr>
          <p:cNvSpPr>
            <a:spLocks noGrp="1"/>
          </p:cNvSpPr>
          <p:nvPr>
            <p:ph type="dt" sz="half" idx="10"/>
          </p:nvPr>
        </p:nvSpPr>
        <p:spPr>
          <a:xfrm>
            <a:off x="9109450" y="430684"/>
            <a:ext cx="2743200" cy="365125"/>
          </a:xfrm>
        </p:spPr>
        <p:txBody>
          <a:bodyPr/>
          <a:lstStyle/>
          <a:p>
            <a:fld id="{C6B4DC52-CC44-D647-BBB1-762854F46572}" type="datetime1">
              <a:rPr lang="en-US" smtClean="0"/>
              <a:t>3/5/2026</a:t>
            </a:fld>
            <a:endParaRPr lang="en-US" dirty="0"/>
          </a:p>
        </p:txBody>
      </p:sp>
      <p:sp>
        <p:nvSpPr>
          <p:cNvPr id="8" name="Slide Number Placeholder 7">
            <a:extLst>
              <a:ext uri="{FF2B5EF4-FFF2-40B4-BE49-F238E27FC236}">
                <a16:creationId xmlns:a16="http://schemas.microsoft.com/office/drawing/2014/main" id="{E2CE0142-6727-D96E-8B4C-F8DC42F3C110}"/>
              </a:ext>
            </a:extLst>
          </p:cNvPr>
          <p:cNvSpPr>
            <a:spLocks noGrp="1"/>
          </p:cNvSpPr>
          <p:nvPr>
            <p:ph type="sldNum" sz="quarter" idx="12"/>
          </p:nvPr>
        </p:nvSpPr>
        <p:spPr>
          <a:xfrm>
            <a:off x="11392300" y="6126480"/>
            <a:ext cx="365760" cy="365125"/>
          </a:xfrm>
        </p:spPr>
        <p:txBody>
          <a:bodyPr/>
          <a:lstStyle>
            <a:lvl1pPr algn="r">
              <a:defRPr/>
            </a:lvl1pPr>
          </a:lstStyle>
          <a:p>
            <a:pPr algn="r"/>
            <a:fld id="{40B778AE-8D30-EC43-B255-420E7914C179}" type="slidenum">
              <a:rPr lang="en-US" smtClean="0"/>
              <a:pPr algn="r"/>
              <a:t>‹#›</a:t>
            </a:fld>
            <a:endParaRPr lang="en-US" dirty="0"/>
          </a:p>
        </p:txBody>
      </p:sp>
      <p:pic>
        <p:nvPicPr>
          <p:cNvPr id="11" name="Picture 10" descr="A lemons on a branch&#10;&#10;AI-generated content may be incorrect.">
            <a:extLst>
              <a:ext uri="{FF2B5EF4-FFF2-40B4-BE49-F238E27FC236}">
                <a16:creationId xmlns:a16="http://schemas.microsoft.com/office/drawing/2014/main" id="{617993DE-FCA3-752E-CB4D-EE0CBE74D201}"/>
              </a:ext>
            </a:extLst>
          </p:cNvPr>
          <p:cNvPicPr>
            <a:picLocks noChangeAspect="1"/>
          </p:cNvPicPr>
          <p:nvPr/>
        </p:nvPicPr>
        <p:blipFill>
          <a:blip r:embed="rId2"/>
          <a:srcRect r="9594"/>
          <a:stretch>
            <a:fillRect/>
          </a:stretch>
        </p:blipFill>
        <p:spPr>
          <a:xfrm>
            <a:off x="6251965" y="1110995"/>
            <a:ext cx="5482836" cy="4636007"/>
          </a:xfrm>
          <a:prstGeom prst="rect">
            <a:avLst/>
          </a:prstGeom>
        </p:spPr>
      </p:pic>
    </p:spTree>
    <p:extLst>
      <p:ext uri="{BB962C8B-B14F-4D97-AF65-F5344CB8AC3E}">
        <p14:creationId xmlns:p14="http://schemas.microsoft.com/office/powerpoint/2010/main" val="4272620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11274552" cy="1005840"/>
          </a:xfrm>
        </p:spPr>
        <p:txBody>
          <a:bodyPr anchor="t" anchorCtr="0">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57200" y="1554480"/>
            <a:ext cx="11274552" cy="429768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F2CF59F-16CF-294B-89B0-023DBFDF062C}" type="datetime1">
              <a:rPr lang="en-US" smtClean="0"/>
              <a:t>3/5/2026</a:t>
            </a:fld>
            <a:endParaRPr lang="en-US"/>
          </a:p>
        </p:txBody>
      </p:sp>
    </p:spTree>
    <p:extLst>
      <p:ext uri="{BB962C8B-B14F-4D97-AF65-F5344CB8AC3E}">
        <p14:creationId xmlns:p14="http://schemas.microsoft.com/office/powerpoint/2010/main" val="1441524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C43E3D-F1B4-8814-CBFD-54B6394BA78F}"/>
              </a:ext>
            </a:extLst>
          </p:cNvPr>
          <p:cNvSpPr/>
          <p:nvPr/>
        </p:nvSpPr>
        <p:spPr>
          <a:xfrm>
            <a:off x="0" y="0"/>
            <a:ext cx="12192000" cy="407202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4480560"/>
            <a:ext cx="11274552" cy="996988"/>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532535"/>
            <a:ext cx="11274552" cy="5486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 y="457201"/>
            <a:ext cx="11274552" cy="3111499"/>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19" name="Slide Number Placeholder 18">
            <a:extLst>
              <a:ext uri="{FF2B5EF4-FFF2-40B4-BE49-F238E27FC236}">
                <a16:creationId xmlns:a16="http://schemas.microsoft.com/office/drawing/2014/main" id="{99749300-EB7F-2826-88A0-CB3E4B36C03E}"/>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8" name="Footer Placeholder 17">
            <a:extLst>
              <a:ext uri="{FF2B5EF4-FFF2-40B4-BE49-F238E27FC236}">
                <a16:creationId xmlns:a16="http://schemas.microsoft.com/office/drawing/2014/main" id="{FC0BE1CD-8E53-8DE9-82CF-9813E2925E9E}"/>
              </a:ext>
            </a:extLst>
          </p:cNvPr>
          <p:cNvSpPr>
            <a:spLocks noGrp="1"/>
          </p:cNvSpPr>
          <p:nvPr>
            <p:ph type="ftr" sz="quarter" idx="15"/>
          </p:nvPr>
        </p:nvSpPr>
        <p:spPr/>
        <p:txBody>
          <a:bodyPr/>
          <a:lstStyle/>
          <a:p>
            <a:r>
              <a:rPr lang="en-US"/>
              <a:t>Presentation title</a:t>
            </a:r>
          </a:p>
        </p:txBody>
      </p:sp>
      <p:sp>
        <p:nvSpPr>
          <p:cNvPr id="17" name="Date Placeholder 16">
            <a:extLst>
              <a:ext uri="{FF2B5EF4-FFF2-40B4-BE49-F238E27FC236}">
                <a16:creationId xmlns:a16="http://schemas.microsoft.com/office/drawing/2014/main" id="{B85CE52D-B630-4803-B6B1-978CBC39E2B2}"/>
              </a:ext>
            </a:extLst>
          </p:cNvPr>
          <p:cNvSpPr>
            <a:spLocks noGrp="1"/>
          </p:cNvSpPr>
          <p:nvPr>
            <p:ph type="dt" sz="half" idx="14"/>
          </p:nvPr>
        </p:nvSpPr>
        <p:spPr/>
        <p:txBody>
          <a:bodyPr/>
          <a:lstStyle/>
          <a:p>
            <a:fld id="{CE2FA9DB-1C23-8847-8157-4FA9725CC381}" type="datetime1">
              <a:rPr lang="en-US" smtClean="0"/>
              <a:t>3/5/2026</a:t>
            </a:fld>
            <a:endParaRPr lang="en-US"/>
          </a:p>
        </p:txBody>
      </p:sp>
    </p:spTree>
    <p:extLst>
      <p:ext uri="{BB962C8B-B14F-4D97-AF65-F5344CB8AC3E}">
        <p14:creationId xmlns:p14="http://schemas.microsoft.com/office/powerpoint/2010/main" val="32319028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87BAA-B8F3-6F9A-35D6-79C20A14A9DC}"/>
              </a:ext>
            </a:extLst>
          </p:cNvPr>
          <p:cNvSpPr/>
          <p:nvPr/>
        </p:nvSpPr>
        <p:spPr>
          <a:xfrm>
            <a:off x="5090160" y="-1"/>
            <a:ext cx="710184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548640"/>
            <a:ext cx="4175760" cy="365760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4492488"/>
            <a:ext cx="4175760" cy="1411356"/>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0" name="Slide Number Placeholder 9">
            <a:extLst>
              <a:ext uri="{FF2B5EF4-FFF2-40B4-BE49-F238E27FC236}">
                <a16:creationId xmlns:a16="http://schemas.microsoft.com/office/drawing/2014/main" id="{93C3368D-40FA-88E5-2622-5C794E187D59}"/>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A72ABA8E-1A54-1C96-093B-B44E62007A63}"/>
              </a:ext>
            </a:extLst>
          </p:cNvPr>
          <p:cNvSpPr>
            <a:spLocks noGrp="1"/>
          </p:cNvSpPr>
          <p:nvPr>
            <p:ph type="ftr" sz="quarter" idx="15"/>
          </p:nvPr>
        </p:nvSpPr>
        <p:spPr>
          <a:xfrm>
            <a:off x="809077" y="6126480"/>
            <a:ext cx="2103120" cy="365125"/>
          </a:xfrm>
        </p:spPr>
        <p:txBody>
          <a:bodyPr/>
          <a:lstStyle/>
          <a:p>
            <a:r>
              <a:rPr lang="en-US"/>
              <a:t>Presentation title</a:t>
            </a:r>
          </a:p>
        </p:txBody>
      </p:sp>
      <p:sp>
        <p:nvSpPr>
          <p:cNvPr id="5" name="Date Placeholder 4">
            <a:extLst>
              <a:ext uri="{FF2B5EF4-FFF2-40B4-BE49-F238E27FC236}">
                <a16:creationId xmlns:a16="http://schemas.microsoft.com/office/drawing/2014/main" id="{42B07656-FDD0-1CCB-57C9-0B3A32C50CD6}"/>
              </a:ext>
            </a:extLst>
          </p:cNvPr>
          <p:cNvSpPr>
            <a:spLocks noGrp="1"/>
          </p:cNvSpPr>
          <p:nvPr>
            <p:ph type="dt" sz="half" idx="14"/>
          </p:nvPr>
        </p:nvSpPr>
        <p:spPr>
          <a:xfrm>
            <a:off x="3006709" y="6126480"/>
            <a:ext cx="1626250" cy="365125"/>
          </a:xfrm>
        </p:spPr>
        <p:txBody>
          <a:bodyPr/>
          <a:lstStyle/>
          <a:p>
            <a:fld id="{84E3F07D-7317-3440-A531-3AA29DD45979}" type="datetime1">
              <a:rPr lang="en-US" smtClean="0"/>
              <a:t>3/5/2026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47360" y="457200"/>
            <a:ext cx="6187440"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485270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02DD718-F017-AE4C-FB9F-B4557EA33522}"/>
              </a:ext>
            </a:extLst>
          </p:cNvPr>
          <p:cNvSpPr/>
          <p:nvPr/>
        </p:nvSpPr>
        <p:spPr>
          <a:xfrm>
            <a:off x="0" y="-1"/>
            <a:ext cx="71628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22618" y="457200"/>
            <a:ext cx="4112182" cy="432031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2618" y="4870174"/>
            <a:ext cx="4114800" cy="1033669"/>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457200" y="457200"/>
            <a:ext cx="623625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5746577E-8831-2287-F882-043365FBE386}"/>
              </a:ext>
            </a:extLst>
          </p:cNvPr>
          <p:cNvSpPr>
            <a:spLocks noGrp="1"/>
          </p:cNvSpPr>
          <p:nvPr>
            <p:ph type="sldNum" sz="quarter" idx="17"/>
          </p:nvPr>
        </p:nvSpPr>
        <p:spPr>
          <a:xfrm>
            <a:off x="7630823"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678256CB-DBBA-7F98-5D6E-65BAC308069D}"/>
              </a:ext>
            </a:extLst>
          </p:cNvPr>
          <p:cNvSpPr>
            <a:spLocks noGrp="1"/>
          </p:cNvSpPr>
          <p:nvPr>
            <p:ph type="ftr" sz="quarter" idx="16"/>
          </p:nvPr>
        </p:nvSpPr>
        <p:spPr>
          <a:xfrm>
            <a:off x="8028420" y="6126480"/>
            <a:ext cx="2717314" cy="365125"/>
          </a:xfrm>
        </p:spPr>
        <p:txBody>
          <a:bodyPr/>
          <a:lstStyle/>
          <a:p>
            <a:r>
              <a:rPr lang="en-US"/>
              <a:t>Presentation title</a:t>
            </a:r>
          </a:p>
        </p:txBody>
      </p:sp>
      <p:sp>
        <p:nvSpPr>
          <p:cNvPr id="8" name="Date Placeholder 7">
            <a:extLst>
              <a:ext uri="{FF2B5EF4-FFF2-40B4-BE49-F238E27FC236}">
                <a16:creationId xmlns:a16="http://schemas.microsoft.com/office/drawing/2014/main" id="{897DDC16-6E73-6885-8380-0E401292C07E}"/>
              </a:ext>
            </a:extLst>
          </p:cNvPr>
          <p:cNvSpPr>
            <a:spLocks noGrp="1"/>
          </p:cNvSpPr>
          <p:nvPr>
            <p:ph type="dt" sz="half" idx="15"/>
          </p:nvPr>
        </p:nvSpPr>
        <p:spPr>
          <a:xfrm>
            <a:off x="10745734" y="6126480"/>
            <a:ext cx="991684" cy="365125"/>
          </a:xfrm>
        </p:spPr>
        <p:txBody>
          <a:bodyPr/>
          <a:lstStyle/>
          <a:p>
            <a:fld id="{28CD2E8A-C0A9-4347-A584-9C026C30AB40}" type="datetime1">
              <a:rPr lang="en-US" smtClean="0"/>
              <a:t>3/5/2026</a:t>
            </a:fld>
            <a:endParaRPr lang="en-US"/>
          </a:p>
        </p:txBody>
      </p:sp>
    </p:spTree>
    <p:extLst>
      <p:ext uri="{BB962C8B-B14F-4D97-AF65-F5344CB8AC3E}">
        <p14:creationId xmlns:p14="http://schemas.microsoft.com/office/powerpoint/2010/main" val="26929718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0246537-4B75-474B-2A12-4A3572BEA2EC}"/>
              </a:ext>
            </a:extLst>
          </p:cNvPr>
          <p:cNvSpPr/>
          <p:nvPr/>
        </p:nvSpPr>
        <p:spPr>
          <a:xfrm>
            <a:off x="0" y="-1"/>
            <a:ext cx="73152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0584" y="457200"/>
            <a:ext cx="4114800" cy="3799725"/>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0581" y="4403039"/>
            <a:ext cx="3959352" cy="14630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57200" y="457200"/>
            <a:ext cx="6400800"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F15057E-7A11-B5DB-0534-D81539866464}"/>
              </a:ext>
            </a:extLst>
          </p:cNvPr>
          <p:cNvSpPr>
            <a:spLocks noGrp="1"/>
          </p:cNvSpPr>
          <p:nvPr>
            <p:ph type="sldNum" sz="quarter" idx="17"/>
          </p:nvPr>
        </p:nvSpPr>
        <p:spPr>
          <a:xfrm>
            <a:off x="7776118"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3574E8DD-5B33-6D4C-0DDF-CB27D8491EEF}"/>
              </a:ext>
            </a:extLst>
          </p:cNvPr>
          <p:cNvSpPr>
            <a:spLocks noGrp="1"/>
          </p:cNvSpPr>
          <p:nvPr>
            <p:ph type="ftr" sz="quarter" idx="16"/>
          </p:nvPr>
        </p:nvSpPr>
        <p:spPr>
          <a:xfrm>
            <a:off x="8173715" y="6126480"/>
            <a:ext cx="2522862" cy="365125"/>
          </a:xfrm>
        </p:spPr>
        <p:txBody>
          <a:bodyPr/>
          <a:lstStyle/>
          <a:p>
            <a:r>
              <a:rPr lang="en-US"/>
              <a:t>Presentation title</a:t>
            </a:r>
          </a:p>
        </p:txBody>
      </p:sp>
      <p:sp>
        <p:nvSpPr>
          <p:cNvPr id="8" name="Date Placeholder 7">
            <a:extLst>
              <a:ext uri="{FF2B5EF4-FFF2-40B4-BE49-F238E27FC236}">
                <a16:creationId xmlns:a16="http://schemas.microsoft.com/office/drawing/2014/main" id="{BDF415EC-0AD6-6198-0FC5-D47053F2FBF0}"/>
              </a:ext>
            </a:extLst>
          </p:cNvPr>
          <p:cNvSpPr>
            <a:spLocks noGrp="1"/>
          </p:cNvSpPr>
          <p:nvPr>
            <p:ph type="dt" sz="half" idx="15"/>
          </p:nvPr>
        </p:nvSpPr>
        <p:spPr>
          <a:xfrm>
            <a:off x="10781835" y="6126480"/>
            <a:ext cx="948098" cy="365125"/>
          </a:xfrm>
        </p:spPr>
        <p:txBody>
          <a:bodyPr/>
          <a:lstStyle/>
          <a:p>
            <a:fld id="{B2E8E543-FE9A-4843-9AB8-691F5895E16D}" type="datetime1">
              <a:rPr lang="en-US" smtClean="0"/>
              <a:t>3/5/2026</a:t>
            </a:fld>
            <a:endParaRPr lang="en-US"/>
          </a:p>
        </p:txBody>
      </p:sp>
    </p:spTree>
    <p:extLst>
      <p:ext uri="{BB962C8B-B14F-4D97-AF65-F5344CB8AC3E}">
        <p14:creationId xmlns:p14="http://schemas.microsoft.com/office/powerpoint/2010/main" val="11947739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895BD72-5536-F3FE-33EF-8633D55A2D61}"/>
              </a:ext>
            </a:extLst>
          </p:cNvPr>
          <p:cNvSpPr/>
          <p:nvPr/>
        </p:nvSpPr>
        <p:spPr>
          <a:xfrm>
            <a:off x="468772" y="1155432"/>
            <a:ext cx="11274552" cy="425388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59B19-9CED-B375-2B62-A6035F09E51A}"/>
              </a:ext>
            </a:extLst>
          </p:cNvPr>
          <p:cNvSpPr>
            <a:spLocks noGrp="1"/>
          </p:cNvSpPr>
          <p:nvPr>
            <p:ph type="ctrTitle"/>
          </p:nvPr>
        </p:nvSpPr>
        <p:spPr>
          <a:xfrm>
            <a:off x="458724" y="5656357"/>
            <a:ext cx="11274552" cy="935512"/>
          </a:xfrm>
        </p:spPr>
        <p:txBody>
          <a:bodyPr anchor="ctr" anchorCtr="0">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79AA7984-A4B6-F007-847A-B07D938E62D2}"/>
              </a:ext>
            </a:extLst>
          </p:cNvPr>
          <p:cNvSpPr>
            <a:spLocks noGrp="1"/>
          </p:cNvSpPr>
          <p:nvPr>
            <p:ph type="subTitle" idx="1"/>
          </p:nvPr>
        </p:nvSpPr>
        <p:spPr>
          <a:xfrm>
            <a:off x="1921329" y="365760"/>
            <a:ext cx="8349343" cy="540708"/>
          </a:xfrm>
        </p:spPr>
        <p:txBody>
          <a:bodyPr anchor="ctr" anchorCtr="0">
            <a:normAutofit/>
          </a:bodyPr>
          <a:lstStyle>
            <a:lvl1pPr marL="0" indent="0" algn="ctr">
              <a:buNone/>
              <a:defRPr sz="16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3C01443A-552D-4FF4-DE2A-271C95288DF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56459" y="1155432"/>
            <a:ext cx="4279082" cy="4590288"/>
          </a:xfrm>
          <a:prstGeom prst="rect">
            <a:avLst/>
          </a:prstGeom>
        </p:spPr>
      </p:pic>
    </p:spTree>
    <p:extLst>
      <p:ext uri="{BB962C8B-B14F-4D97-AF65-F5344CB8AC3E}">
        <p14:creationId xmlns:p14="http://schemas.microsoft.com/office/powerpoint/2010/main" val="173165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1DE5E9-85A8-0FC5-7F43-2E0EABF782DF}"/>
              </a:ext>
            </a:extLst>
          </p:cNvPr>
          <p:cNvSpPr/>
          <p:nvPr/>
        </p:nvSpPr>
        <p:spPr>
          <a:xfrm>
            <a:off x="457200" y="457199"/>
            <a:ext cx="4092338" cy="59436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650CA3D-7603-670A-D8C7-708AE9FA2FD9}"/>
              </a:ext>
            </a:extLst>
          </p:cNvPr>
          <p:cNvSpPr>
            <a:spLocks noGrp="1"/>
          </p:cNvSpPr>
          <p:nvPr>
            <p:ph type="title"/>
          </p:nvPr>
        </p:nvSpPr>
        <p:spPr>
          <a:xfrm>
            <a:off x="5029198" y="1711444"/>
            <a:ext cx="6858001" cy="4929772"/>
          </a:xfrm>
        </p:spPr>
        <p:txBody>
          <a:bodyPr anchor="b"/>
          <a:lstStyle>
            <a:lvl1pPr>
              <a:defRPr sz="6600"/>
            </a:lvl1pPr>
          </a:lstStyle>
          <a:p>
            <a:r>
              <a:rPr lang="en-US" dirty="0"/>
              <a:t>Click to edit Master title style</a:t>
            </a:r>
          </a:p>
        </p:txBody>
      </p:sp>
      <p:sp>
        <p:nvSpPr>
          <p:cNvPr id="9" name="Subtitle 2">
            <a:extLst>
              <a:ext uri="{FF2B5EF4-FFF2-40B4-BE49-F238E27FC236}">
                <a16:creationId xmlns:a16="http://schemas.microsoft.com/office/drawing/2014/main" id="{211682ED-44B0-7547-E137-F0B1DA936397}"/>
              </a:ext>
            </a:extLst>
          </p:cNvPr>
          <p:cNvSpPr>
            <a:spLocks noGrp="1"/>
          </p:cNvSpPr>
          <p:nvPr>
            <p:ph type="subTitle" idx="1"/>
          </p:nvPr>
        </p:nvSpPr>
        <p:spPr>
          <a:xfrm>
            <a:off x="5029200" y="383629"/>
            <a:ext cx="3899647" cy="977154"/>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15BE8FF9-7851-AB46-405F-0AA70A4B66AC}"/>
              </a:ext>
            </a:extLst>
          </p:cNvPr>
          <p:cNvPicPr>
            <a:picLocks noChangeAspect="1"/>
          </p:cNvPicPr>
          <p:nvPr/>
        </p:nvPicPr>
        <p:blipFill>
          <a:blip r:embed="rId2" cstate="email">
            <a:extLst>
              <a:ext uri="{28A0092B-C50C-407E-A947-70E740481C1C}">
                <a14:useLocalDpi xmlns:a14="http://schemas.microsoft.com/office/drawing/2010/main"/>
              </a:ext>
            </a:extLst>
          </a:blip>
          <a:srcRect l="18613" t="-1" b="-3044"/>
          <a:stretch>
            <a:fillRect/>
          </a:stretch>
        </p:blipFill>
        <p:spPr>
          <a:xfrm>
            <a:off x="457200" y="460148"/>
            <a:ext cx="4710576" cy="6397851"/>
          </a:xfrm>
          <a:prstGeom prst="rect">
            <a:avLst/>
          </a:prstGeom>
        </p:spPr>
      </p:pic>
    </p:spTree>
    <p:extLst>
      <p:ext uri="{BB962C8B-B14F-4D97-AF65-F5344CB8AC3E}">
        <p14:creationId xmlns:p14="http://schemas.microsoft.com/office/powerpoint/2010/main" val="3230374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457198"/>
            <a:ext cx="5140452" cy="6199632"/>
          </a:xfrm>
        </p:spPr>
        <p:txBody>
          <a:bodyPr vert="horz" lIns="91440" tIns="45720" rIns="91440" bIns="45720" rtlCol="0" anchor="b">
            <a:normAutofit/>
          </a:bodyPr>
          <a:lstStyle>
            <a:lvl1pPr>
              <a:defRPr lang="en-US" sz="7200" dirty="0">
                <a:solidFill>
                  <a:schemeClr val="tx1"/>
                </a:solidFill>
              </a:defRPr>
            </a:lvl1pPr>
          </a:lstStyle>
          <a:p>
            <a:pPr lvl="0"/>
            <a:r>
              <a:rPr lang="en-US"/>
              <a:t>Section Header</a:t>
            </a:r>
          </a:p>
        </p:txBody>
      </p:sp>
      <p:sp>
        <p:nvSpPr>
          <p:cNvPr id="9" name="Rectangle 8">
            <a:extLst>
              <a:ext uri="{FF2B5EF4-FFF2-40B4-BE49-F238E27FC236}">
                <a16:creationId xmlns:a16="http://schemas.microsoft.com/office/drawing/2014/main" id="{8FA4AE76-095C-A207-5846-53F5F689F718}"/>
              </a:ext>
            </a:extLst>
          </p:cNvPr>
          <p:cNvSpPr/>
          <p:nvPr/>
        </p:nvSpPr>
        <p:spPr>
          <a:xfrm>
            <a:off x="6096000" y="457200"/>
            <a:ext cx="5617029" cy="59436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lemons on a branch with blue leaves&#10;&#10;AI-generated content may be incorrect.">
            <a:extLst>
              <a:ext uri="{FF2B5EF4-FFF2-40B4-BE49-F238E27FC236}">
                <a16:creationId xmlns:a16="http://schemas.microsoft.com/office/drawing/2014/main" id="{65E78305-C5E3-6063-CB40-26C0D5E00CC1}"/>
              </a:ext>
            </a:extLst>
          </p:cNvPr>
          <p:cNvPicPr>
            <a:picLocks noChangeAspect="1"/>
          </p:cNvPicPr>
          <p:nvPr/>
        </p:nvPicPr>
        <p:blipFill>
          <a:blip r:embed="rId2"/>
          <a:stretch>
            <a:fillRect/>
          </a:stretch>
        </p:blipFill>
        <p:spPr>
          <a:xfrm>
            <a:off x="4435553" y="457194"/>
            <a:ext cx="7277476" cy="5943599"/>
          </a:xfrm>
          <a:prstGeom prst="rect">
            <a:avLst/>
          </a:prstGeom>
        </p:spPr>
      </p:pic>
    </p:spTree>
    <p:extLst>
      <p:ext uri="{BB962C8B-B14F-4D97-AF65-F5344CB8AC3E}">
        <p14:creationId xmlns:p14="http://schemas.microsoft.com/office/powerpoint/2010/main" val="41082857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03520" y="798790"/>
            <a:ext cx="6400800" cy="1247197"/>
          </a:xfrm>
        </p:spPr>
        <p:txBody>
          <a:bodyPr anchor="t" anchorCtr="0">
            <a:normAutofit/>
          </a:bodyPr>
          <a:lstStyle>
            <a:lvl1pPr>
              <a:defRPr sz="48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03520" y="2557825"/>
            <a:ext cx="6400800" cy="3185025"/>
          </a:xfrm>
        </p:spPr>
        <p:txBody>
          <a:bodyPr anchor="b"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4F4F1D5-6C74-2344-B02C-988BD7DE5058}" type="datetime1">
              <a:rPr lang="en-US" smtClean="0"/>
              <a:t>3/5/2026</a:t>
            </a:fld>
            <a:endParaRPr lang="en-US"/>
          </a:p>
        </p:txBody>
      </p:sp>
      <p:sp>
        <p:nvSpPr>
          <p:cNvPr id="6" name="Rectangle 5">
            <a:extLst>
              <a:ext uri="{FF2B5EF4-FFF2-40B4-BE49-F238E27FC236}">
                <a16:creationId xmlns:a16="http://schemas.microsoft.com/office/drawing/2014/main" id="{D8081EAF-576F-9050-A03B-54F899B4C07A}"/>
              </a:ext>
            </a:extLst>
          </p:cNvPr>
          <p:cNvSpPr/>
          <p:nvPr/>
        </p:nvSpPr>
        <p:spPr>
          <a:xfrm>
            <a:off x="411481"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lemon on a branch&#10;&#10;AI-generated content may be incorrect.">
            <a:extLst>
              <a:ext uri="{FF2B5EF4-FFF2-40B4-BE49-F238E27FC236}">
                <a16:creationId xmlns:a16="http://schemas.microsoft.com/office/drawing/2014/main" id="{C7EE14FD-1F7E-7416-B121-07AC7950DD58}"/>
              </a:ext>
            </a:extLst>
          </p:cNvPr>
          <p:cNvPicPr>
            <a:picLocks noChangeAspect="1"/>
          </p:cNvPicPr>
          <p:nvPr/>
        </p:nvPicPr>
        <p:blipFill>
          <a:blip r:embed="rId2"/>
          <a:stretch>
            <a:fillRect/>
          </a:stretch>
        </p:blipFill>
        <p:spPr>
          <a:xfrm>
            <a:off x="218154" y="557784"/>
            <a:ext cx="4798070" cy="5394960"/>
          </a:xfrm>
          <a:prstGeom prst="rect">
            <a:avLst/>
          </a:prstGeom>
        </p:spPr>
      </p:pic>
    </p:spTree>
    <p:extLst>
      <p:ext uri="{BB962C8B-B14F-4D97-AF65-F5344CB8AC3E}">
        <p14:creationId xmlns:p14="http://schemas.microsoft.com/office/powerpoint/2010/main" val="3299534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F09020-BF03-712A-9029-505DB1E628D4}"/>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914400" y="914399"/>
            <a:ext cx="3749040" cy="2834640"/>
          </a:xfrm>
        </p:spPr>
        <p:txBody>
          <a:bodyPr anchor="t" anchorCtr="0">
            <a:normAutofit/>
          </a:bodyPr>
          <a:lstStyle>
            <a:lvl1pPr>
              <a:defRPr sz="48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40568" y="914399"/>
            <a:ext cx="6126480" cy="4480560"/>
          </a:xfrm>
        </p:spPr>
        <p:txBody>
          <a:bodyPr anchor="t"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926B5E-0855-9440-AA3D-7D15E0A5A0A9}" type="datetime1">
              <a:rPr lang="en-US" smtClean="0"/>
              <a:t>3/5/2026</a:t>
            </a:fld>
            <a:endParaRPr lang="en-US"/>
          </a:p>
        </p:txBody>
      </p:sp>
      <p:pic>
        <p:nvPicPr>
          <p:cNvPr id="12" name="Picture 11" descr="Blue leaves on a black background&#10;&#10;AI-generated content may be incorrect.">
            <a:extLst>
              <a:ext uri="{FF2B5EF4-FFF2-40B4-BE49-F238E27FC236}">
                <a16:creationId xmlns:a16="http://schemas.microsoft.com/office/drawing/2014/main" id="{8C201F69-ACDC-EC3F-66B0-D7107872DC8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4013969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DB4B979-1FB0-5E72-46AC-50BC7CFE6907}"/>
              </a:ext>
            </a:extLst>
          </p:cNvPr>
          <p:cNvSpPr/>
          <p:nvPr/>
        </p:nvSpPr>
        <p:spPr>
          <a:xfrm>
            <a:off x="0" y="-1"/>
            <a:ext cx="457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045223" y="914400"/>
            <a:ext cx="6126480" cy="1188720"/>
          </a:xfrm>
        </p:spPr>
        <p:txBody>
          <a:bodyPr anchor="t" anchorCtr="0">
            <a:normAutofit/>
          </a:bodyPr>
          <a:lstStyle>
            <a:lvl1pPr>
              <a:defRPr sz="48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457200" y="457200"/>
            <a:ext cx="3657600" cy="59436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045224" y="2468880"/>
            <a:ext cx="6126480" cy="3436789"/>
          </a:xfrm>
        </p:spPr>
        <p:txBody>
          <a:bodyPr>
            <a:normAutofit/>
          </a:bodyPr>
          <a:lstStyle>
            <a:lvl1pPr marL="0" indent="-320040">
              <a:spcBef>
                <a:spcPts val="1800"/>
              </a:spcBef>
              <a:buFont typeface="+mj-lt"/>
              <a:buAutoNum type="arabicPeriod"/>
              <a:defRPr sz="2000" baseline="0"/>
            </a:lvl1pPr>
            <a:lvl2pPr marL="457200" indent="-320040">
              <a:spcBef>
                <a:spcPts val="1800"/>
              </a:spcBef>
              <a:buFont typeface="+mj-lt"/>
              <a:buAutoNum type="arabicPeriod"/>
              <a:defRPr sz="1800" baseline="0"/>
            </a:lvl2pPr>
            <a:lvl3pPr marL="685800" indent="-320040">
              <a:spcBef>
                <a:spcPts val="1800"/>
              </a:spcBef>
              <a:buFont typeface="+mj-lt"/>
              <a:buAutoNum type="arabicPeriod"/>
              <a:defRPr sz="1600" baseline="0"/>
            </a:lvl3pPr>
            <a:lvl4pPr marL="804672" indent="-320040">
              <a:spcBef>
                <a:spcPts val="1800"/>
              </a:spcBef>
              <a:buFont typeface="+mj-lt"/>
              <a:buAutoNum type="arabicPeriod"/>
              <a:defRPr sz="1400" baseline="0"/>
            </a:lvl4pPr>
            <a:lvl5pPr marL="1024128" indent="-320040">
              <a:spcBef>
                <a:spcPts val="1800"/>
              </a:spcBef>
              <a:buFont typeface="+mj-lt"/>
              <a:buAutoNum type="arabicPeriod"/>
              <a:defRPr sz="14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92F12806-9D4B-B331-8FBA-9E389069CF34}"/>
              </a:ext>
            </a:extLst>
          </p:cNvPr>
          <p:cNvSpPr>
            <a:spLocks noGrp="1"/>
          </p:cNvSpPr>
          <p:nvPr>
            <p:ph type="sldNum" sz="quarter" idx="17"/>
          </p:nvPr>
        </p:nvSpPr>
        <p:spPr>
          <a:xfrm>
            <a:off x="5050561" y="6126480"/>
            <a:ext cx="365760" cy="365125"/>
          </a:xfrm>
        </p:spPr>
        <p:txBody>
          <a:bodyPr/>
          <a:lstStyle/>
          <a:p>
            <a:fld id="{40B778AE-8D30-EC43-B255-420E7914C179}" type="slidenum">
              <a:rPr lang="en-US" smtClean="0"/>
              <a:pPr/>
              <a:t>‹#›</a:t>
            </a:fld>
            <a:endParaRPr lang="en-US"/>
          </a:p>
        </p:txBody>
      </p:sp>
      <p:sp>
        <p:nvSpPr>
          <p:cNvPr id="12" name="Footer Placeholder 11">
            <a:extLst>
              <a:ext uri="{FF2B5EF4-FFF2-40B4-BE49-F238E27FC236}">
                <a16:creationId xmlns:a16="http://schemas.microsoft.com/office/drawing/2014/main" id="{2D280FE9-C0C5-BEEF-1C01-F53C19D152E3}"/>
              </a:ext>
            </a:extLst>
          </p:cNvPr>
          <p:cNvSpPr>
            <a:spLocks noGrp="1"/>
          </p:cNvSpPr>
          <p:nvPr>
            <p:ph type="ftr" sz="quarter" idx="16"/>
          </p:nvPr>
        </p:nvSpPr>
        <p:spPr>
          <a:xfrm>
            <a:off x="5448158" y="6126480"/>
            <a:ext cx="4114800" cy="365125"/>
          </a:xfrm>
        </p:spPr>
        <p:txBody>
          <a:bodyPr/>
          <a:lstStyle/>
          <a:p>
            <a:r>
              <a:rPr lang="en-US"/>
              <a:t>Presentation title</a:t>
            </a:r>
          </a:p>
        </p:txBody>
      </p:sp>
      <p:sp>
        <p:nvSpPr>
          <p:cNvPr id="11" name="Date Placeholder 10">
            <a:extLst>
              <a:ext uri="{FF2B5EF4-FFF2-40B4-BE49-F238E27FC236}">
                <a16:creationId xmlns:a16="http://schemas.microsoft.com/office/drawing/2014/main" id="{A13CDBE3-275E-E9FB-D64A-5856C14B07C6}"/>
              </a:ext>
            </a:extLst>
          </p:cNvPr>
          <p:cNvSpPr>
            <a:spLocks noGrp="1"/>
          </p:cNvSpPr>
          <p:nvPr>
            <p:ph type="dt" sz="half" idx="15"/>
          </p:nvPr>
        </p:nvSpPr>
        <p:spPr>
          <a:xfrm>
            <a:off x="10429874" y="6126480"/>
            <a:ext cx="1328185" cy="365125"/>
          </a:xfrm>
        </p:spPr>
        <p:txBody>
          <a:bodyPr/>
          <a:lstStyle/>
          <a:p>
            <a:fld id="{20EA976F-543A-3147-8F10-92D90F1FB7DE}" type="datetime1">
              <a:rPr lang="en-US" smtClean="0"/>
              <a:t>3/5/2026</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61A4B5C7-FD62-4D7D-A791-54AB1ABC8C5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spTree>
    <p:extLst>
      <p:ext uri="{BB962C8B-B14F-4D97-AF65-F5344CB8AC3E}">
        <p14:creationId xmlns:p14="http://schemas.microsoft.com/office/powerpoint/2010/main" val="19532642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B262A3C-8A73-964C-A7B1-9C66EB8F456D}" type="datetime1">
              <a:rPr lang="en-US" smtClean="0"/>
              <a:t>3/5/2026</a:t>
            </a:fld>
            <a:endParaRPr lang="en-US"/>
          </a:p>
        </p:txBody>
      </p:sp>
      <p:pic>
        <p:nvPicPr>
          <p:cNvPr id="11" name="Picture 10" descr="A blue leaf on a black background&#10;&#10;AI-generated content may be incorrect.">
            <a:extLst>
              <a:ext uri="{FF2B5EF4-FFF2-40B4-BE49-F238E27FC236}">
                <a16:creationId xmlns:a16="http://schemas.microsoft.com/office/drawing/2014/main" id="{BED6ACC6-8535-9138-3CC3-23292E127C19}"/>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3" name="Picture 12" descr="Blue leaves on a black background&#10;&#10;AI-generated content may be incorrect.">
            <a:extLst>
              <a:ext uri="{FF2B5EF4-FFF2-40B4-BE49-F238E27FC236}">
                <a16:creationId xmlns:a16="http://schemas.microsoft.com/office/drawing/2014/main" id="{9891E051-0BB5-0815-2DD6-BBEBCE6037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4" name="Picture 13" descr="Blue leaves on a black background&#10;&#10;AI-generated content may be incorrect.">
            <a:extLst>
              <a:ext uri="{FF2B5EF4-FFF2-40B4-BE49-F238E27FC236}">
                <a16:creationId xmlns:a16="http://schemas.microsoft.com/office/drawing/2014/main" id="{B2C36771-C253-85DB-E144-61D9EB19FC8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1868372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2"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986283C0-8ECE-D2EA-E5E3-6F15CF154503}"/>
              </a:ext>
            </a:extLst>
          </p:cNvPr>
          <p:cNvSpPr>
            <a:spLocks noGrp="1"/>
          </p:cNvSpPr>
          <p:nvPr>
            <p:ph type="title"/>
          </p:nvPr>
        </p:nvSpPr>
        <p:spPr>
          <a:xfrm>
            <a:off x="8594234" y="1315451"/>
            <a:ext cx="3163825" cy="1888925"/>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560872" y="274320"/>
            <a:ext cx="365760" cy="365125"/>
          </a:xfrm>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958469"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819106" y="274320"/>
            <a:ext cx="938954" cy="365125"/>
          </a:xfrm>
        </p:spPr>
        <p:txBody>
          <a:bodyPr/>
          <a:lstStyle/>
          <a:p>
            <a:fld id="{16BEDD57-7FB0-8C49-978A-2E5AD4193CAB}" type="datetime1">
              <a:rPr lang="en-US" smtClean="0"/>
              <a:t>3/5/2026</a:t>
            </a:fld>
            <a:endParaRPr lang="en-US"/>
          </a:p>
        </p:txBody>
      </p:sp>
      <p:sp>
        <p:nvSpPr>
          <p:cNvPr id="13" name="Content Placeholder 12">
            <a:extLst>
              <a:ext uri="{FF2B5EF4-FFF2-40B4-BE49-F238E27FC236}">
                <a16:creationId xmlns:a16="http://schemas.microsoft.com/office/drawing/2014/main" id="{A7DC67AD-3301-6431-3E36-B83AA13337BC}"/>
              </a:ext>
            </a:extLst>
          </p:cNvPr>
          <p:cNvSpPr>
            <a:spLocks noGrp="1"/>
          </p:cNvSpPr>
          <p:nvPr>
            <p:ph sz="quarter" idx="14"/>
          </p:nvPr>
        </p:nvSpPr>
        <p:spPr>
          <a:xfrm>
            <a:off x="8595360" y="3335363"/>
            <a:ext cx="3162699" cy="2372709"/>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close up of a blue and yellow leaf&#10;&#10;AI-generated content may be incorrect.">
            <a:extLst>
              <a:ext uri="{FF2B5EF4-FFF2-40B4-BE49-F238E27FC236}">
                <a16:creationId xmlns:a16="http://schemas.microsoft.com/office/drawing/2014/main" id="{F4AA3198-0DF5-E044-FEBD-0A08E92D5144}"/>
              </a:ext>
            </a:extLst>
          </p:cNvPr>
          <p:cNvPicPr>
            <a:picLocks noChangeAspect="1"/>
          </p:cNvPicPr>
          <p:nvPr userDrawn="1"/>
        </p:nvPicPr>
        <p:blipFill>
          <a:blip r:embed="rId2"/>
          <a:stretch>
            <a:fillRect/>
          </a:stretch>
        </p:blipFill>
        <p:spPr>
          <a:xfrm>
            <a:off x="0" y="-1"/>
            <a:ext cx="9629190" cy="6857999"/>
          </a:xfrm>
          <a:prstGeom prst="rect">
            <a:avLst/>
          </a:prstGeom>
        </p:spPr>
      </p:pic>
    </p:spTree>
    <p:extLst>
      <p:ext uri="{BB962C8B-B14F-4D97-AF65-F5344CB8AC3E}">
        <p14:creationId xmlns:p14="http://schemas.microsoft.com/office/powerpoint/2010/main" val="28570298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4053840"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4F807023-B064-9646-E49E-9AEF600F062B}"/>
              </a:ext>
            </a:extLst>
          </p:cNvPr>
          <p:cNvSpPr>
            <a:spLocks noGrp="1"/>
          </p:cNvSpPr>
          <p:nvPr>
            <p:ph type="title"/>
          </p:nvPr>
        </p:nvSpPr>
        <p:spPr>
          <a:xfrm>
            <a:off x="457200" y="1315453"/>
            <a:ext cx="3163824" cy="1888923"/>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43249" y="274320"/>
            <a:ext cx="365760" cy="365125"/>
          </a:xfrm>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0846"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2669646" y="274320"/>
            <a:ext cx="970791" cy="365125"/>
          </a:xfrm>
        </p:spPr>
        <p:txBody>
          <a:bodyPr/>
          <a:lstStyle/>
          <a:p>
            <a:fld id="{3398BDEE-7079-9E46-9D3D-C026D74D657A}" type="datetime1">
              <a:rPr lang="en-US" smtClean="0"/>
              <a:t>3/5/2026</a:t>
            </a:fld>
            <a:endParaRPr lang="en-US"/>
          </a:p>
        </p:txBody>
      </p:sp>
      <p:sp>
        <p:nvSpPr>
          <p:cNvPr id="13" name="Content Placeholder 12">
            <a:extLst>
              <a:ext uri="{FF2B5EF4-FFF2-40B4-BE49-F238E27FC236}">
                <a16:creationId xmlns:a16="http://schemas.microsoft.com/office/drawing/2014/main" id="{9C2635AD-DF42-C262-C20D-FDB7B411625D}"/>
              </a:ext>
            </a:extLst>
          </p:cNvPr>
          <p:cNvSpPr>
            <a:spLocks noGrp="1"/>
          </p:cNvSpPr>
          <p:nvPr>
            <p:ph sz="quarter" idx="14"/>
          </p:nvPr>
        </p:nvSpPr>
        <p:spPr>
          <a:xfrm>
            <a:off x="457200" y="3335364"/>
            <a:ext cx="3163824" cy="31070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descr="A lemons on a branch with leaves&#10;&#10;AI-generated content may be incorrect.">
            <a:extLst>
              <a:ext uri="{FF2B5EF4-FFF2-40B4-BE49-F238E27FC236}">
                <a16:creationId xmlns:a16="http://schemas.microsoft.com/office/drawing/2014/main" id="{ADF17735-1EF3-3E8F-EE23-73AE24B0CF1D}"/>
              </a:ext>
            </a:extLst>
          </p:cNvPr>
          <p:cNvPicPr>
            <a:picLocks noChangeAspect="1"/>
          </p:cNvPicPr>
          <p:nvPr/>
        </p:nvPicPr>
        <p:blipFill>
          <a:blip r:embed="rId2" cstate="email">
            <a:extLst>
              <a:ext uri="{28A0092B-C50C-407E-A947-70E740481C1C}">
                <a14:useLocalDpi xmlns:a14="http://schemas.microsoft.com/office/drawing/2010/main"/>
              </a:ext>
            </a:extLst>
          </a:blip>
          <a:srcRect t="715" r="9359" b="30270"/>
          <a:stretch>
            <a:fillRect/>
          </a:stretch>
        </p:blipFill>
        <p:spPr>
          <a:xfrm>
            <a:off x="3795759" y="0"/>
            <a:ext cx="8396241" cy="6858000"/>
          </a:xfrm>
          <a:prstGeom prst="rect">
            <a:avLst/>
          </a:prstGeom>
        </p:spPr>
      </p:pic>
    </p:spTree>
    <p:extLst>
      <p:ext uri="{BB962C8B-B14F-4D97-AF65-F5344CB8AC3E}">
        <p14:creationId xmlns:p14="http://schemas.microsoft.com/office/powerpoint/2010/main" val="3836600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B7DA1B6-7262-A14C-9D8B-572C17D5CCAA}" type="datetime1">
              <a:rPr lang="en-US" smtClean="0"/>
              <a:t>3/5/2026</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53359F0E-3165-F69F-DECE-2D1FB68E17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1509725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3923455"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914400"/>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98B914E-727D-924F-AF8C-57D7CD572093}" type="datetime1">
              <a:rPr lang="en-US" smtClean="0"/>
              <a:t>3/5/2026</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A830C04B-A250-7A15-C730-C6A3AFCB9C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a:off x="5175848" y="5943599"/>
            <a:ext cx="4160520" cy="914400"/>
          </a:xfrm>
          <a:prstGeom prst="rect">
            <a:avLst/>
          </a:prstGeom>
        </p:spPr>
      </p:pic>
    </p:spTree>
    <p:extLst>
      <p:ext uri="{BB962C8B-B14F-4D97-AF65-F5344CB8AC3E}">
        <p14:creationId xmlns:p14="http://schemas.microsoft.com/office/powerpoint/2010/main" val="23636220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6617" y="731520"/>
            <a:ext cx="8658766" cy="1005840"/>
          </a:xfrm>
        </p:spPr>
        <p:txBody>
          <a:bodyPr anchor="b" anchorCtr="0">
            <a:normAutofit/>
          </a:bodyPr>
          <a:lstStyle>
            <a:lvl1pPr algn="ctr">
              <a:defRPr sz="2800"/>
            </a:lvl1pPr>
          </a:lstStyle>
          <a:p>
            <a:r>
              <a:rPr lang="en-US"/>
              <a:t>Click to edit Master title style</a:t>
            </a:r>
          </a:p>
        </p:txBody>
      </p:sp>
      <p:sp>
        <p:nvSpPr>
          <p:cNvPr id="6" name="Content Placeholder 5">
            <a:extLst>
              <a:ext uri="{FF2B5EF4-FFF2-40B4-BE49-F238E27FC236}">
                <a16:creationId xmlns:a16="http://schemas.microsoft.com/office/drawing/2014/main" id="{A231AD03-5543-5055-E5F3-2C2E7AF4A65C}"/>
              </a:ext>
            </a:extLst>
          </p:cNvPr>
          <p:cNvSpPr>
            <a:spLocks noGrp="1"/>
          </p:cNvSpPr>
          <p:nvPr>
            <p:ph sz="quarter" idx="17"/>
          </p:nvPr>
        </p:nvSpPr>
        <p:spPr>
          <a:xfrm>
            <a:off x="2653413" y="1995858"/>
            <a:ext cx="6884668" cy="3739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9F8492AF-A293-67AC-351D-6F8D2EE5A36E}"/>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1" name="Footer Placeholder 10">
            <a:extLst>
              <a:ext uri="{FF2B5EF4-FFF2-40B4-BE49-F238E27FC236}">
                <a16:creationId xmlns:a16="http://schemas.microsoft.com/office/drawing/2014/main" id="{FA12EA25-588C-6976-3F71-17F5A88C9A2B}"/>
              </a:ext>
            </a:extLst>
          </p:cNvPr>
          <p:cNvSpPr>
            <a:spLocks noGrp="1"/>
          </p:cNvSpPr>
          <p:nvPr>
            <p:ph type="ftr" sz="quarter" idx="15"/>
          </p:nvPr>
        </p:nvSpPr>
        <p:spPr/>
        <p:txBody>
          <a:bodyPr/>
          <a:lstStyle/>
          <a:p>
            <a:r>
              <a:rPr lang="en-US"/>
              <a:t>Presentation title</a:t>
            </a:r>
          </a:p>
        </p:txBody>
      </p:sp>
      <p:sp>
        <p:nvSpPr>
          <p:cNvPr id="10" name="Date Placeholder 9">
            <a:extLst>
              <a:ext uri="{FF2B5EF4-FFF2-40B4-BE49-F238E27FC236}">
                <a16:creationId xmlns:a16="http://schemas.microsoft.com/office/drawing/2014/main" id="{88EAD482-3B0C-B1C6-EDE0-9F5AD7972C2E}"/>
              </a:ext>
            </a:extLst>
          </p:cNvPr>
          <p:cNvSpPr>
            <a:spLocks noGrp="1"/>
          </p:cNvSpPr>
          <p:nvPr>
            <p:ph type="dt" sz="half" idx="14"/>
          </p:nvPr>
        </p:nvSpPr>
        <p:spPr/>
        <p:txBody>
          <a:bodyPr/>
          <a:lstStyle/>
          <a:p>
            <a:fld id="{F70565B3-CF1A-E942-97FF-0B9F398F7855}" type="datetime1">
              <a:rPr lang="en-US" smtClean="0"/>
              <a:t>3/5/2026</a:t>
            </a:fld>
            <a:endParaRPr lang="en-US"/>
          </a:p>
        </p:txBody>
      </p:sp>
      <p:pic>
        <p:nvPicPr>
          <p:cNvPr id="3" name="Picture 2" descr="A blue leafy plant&#10;&#10;AI-generated content may be incorrect.">
            <a:extLst>
              <a:ext uri="{FF2B5EF4-FFF2-40B4-BE49-F238E27FC236}">
                <a16:creationId xmlns:a16="http://schemas.microsoft.com/office/drawing/2014/main" id="{7514231A-DFF9-EEC8-7FD8-6D51A7E9FF65}"/>
              </a:ext>
            </a:extLst>
          </p:cNvPr>
          <p:cNvPicPr>
            <a:picLocks noChangeAspect="1"/>
          </p:cNvPicPr>
          <p:nvPr/>
        </p:nvPicPr>
        <p:blipFill>
          <a:blip r:embed="rId2"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9" name="Picture 8" descr="A blue leaf on a black background&#10;&#10;AI-generated content may be incorrect.">
            <a:extLst>
              <a:ext uri="{FF2B5EF4-FFF2-40B4-BE49-F238E27FC236}">
                <a16:creationId xmlns:a16="http://schemas.microsoft.com/office/drawing/2014/main" id="{A6D137FE-2907-46A6-B35B-5A4CAE628A4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pic>
        <p:nvPicPr>
          <p:cNvPr id="15" name="Picture 14" descr="A blue and black image of two birds&#10;&#10;AI-generated content may be incorrect.">
            <a:extLst>
              <a:ext uri="{FF2B5EF4-FFF2-40B4-BE49-F238E27FC236}">
                <a16:creationId xmlns:a16="http://schemas.microsoft.com/office/drawing/2014/main" id="{04E727C6-2D47-C987-AC9F-2BBBF965423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9651893" y="3013349"/>
            <a:ext cx="4160520" cy="919694"/>
          </a:xfrm>
          <a:prstGeom prst="rect">
            <a:avLst/>
          </a:prstGeom>
        </p:spPr>
      </p:pic>
    </p:spTree>
    <p:extLst>
      <p:ext uri="{BB962C8B-B14F-4D97-AF65-F5344CB8AC3E}">
        <p14:creationId xmlns:p14="http://schemas.microsoft.com/office/powerpoint/2010/main" val="1166911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1"/>
            <a:ext cx="3992880" cy="2514599"/>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914400"/>
            <a:ext cx="6957460"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09077" y="6126480"/>
            <a:ext cx="2403583"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48A344-177D-9B4D-B4B5-DB629B3B0E97}" type="datetime1">
              <a:rPr lang="en-US" smtClean="0"/>
              <a:t>3/5/2026</a:t>
            </a:fld>
            <a:endParaRPr lang="en-US"/>
          </a:p>
        </p:txBody>
      </p:sp>
      <p:pic>
        <p:nvPicPr>
          <p:cNvPr id="7" name="Picture 6" descr="A blue leaf on a black background&#10;&#10;AI-generated content may be incorrect.">
            <a:extLst>
              <a:ext uri="{FF2B5EF4-FFF2-40B4-BE49-F238E27FC236}">
                <a16:creationId xmlns:a16="http://schemas.microsoft.com/office/drawing/2014/main" id="{415D9329-8404-8FB6-440F-E9849300BAE2}"/>
              </a:ext>
            </a:extLst>
          </p:cNvPr>
          <p:cNvPicPr>
            <a:picLocks noChangeAspect="1"/>
          </p:cNvPicPr>
          <p:nvPr/>
        </p:nvPicPr>
        <p:blipFill>
          <a:blip r:embed="rId2" cstate="email">
            <a:extLst>
              <a:ext uri="{28A0092B-C50C-407E-A947-70E740481C1C}">
                <a14:useLocalDpi xmlns:a14="http://schemas.microsoft.com/office/drawing/2010/main"/>
              </a:ext>
            </a:extLst>
          </a:blip>
          <a:srcRect l="22307"/>
          <a:stretch>
            <a:fillRect/>
          </a:stretch>
        </p:blipFill>
        <p:spPr>
          <a:xfrm rot="16200000">
            <a:off x="2766204" y="5165090"/>
            <a:ext cx="2052320" cy="1333500"/>
          </a:xfrm>
          <a:prstGeom prst="rect">
            <a:avLst/>
          </a:prstGeom>
        </p:spPr>
      </p:pic>
      <p:pic>
        <p:nvPicPr>
          <p:cNvPr id="10" name="Picture 9" descr="A blue leaf on a black background&#10;&#10;AI-generated content may be incorrect.">
            <a:extLst>
              <a:ext uri="{FF2B5EF4-FFF2-40B4-BE49-F238E27FC236}">
                <a16:creationId xmlns:a16="http://schemas.microsoft.com/office/drawing/2014/main" id="{583DC239-1B91-3F75-7E85-D0A752FB00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3595299">
            <a:off x="1217794" y="4109349"/>
            <a:ext cx="2058669" cy="1039232"/>
          </a:xfrm>
          <a:prstGeom prst="rect">
            <a:avLst/>
          </a:prstGeom>
        </p:spPr>
      </p:pic>
    </p:spTree>
    <p:extLst>
      <p:ext uri="{BB962C8B-B14F-4D97-AF65-F5344CB8AC3E}">
        <p14:creationId xmlns:p14="http://schemas.microsoft.com/office/powerpoint/2010/main" val="2564991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pic>
        <p:nvPicPr>
          <p:cNvPr id="7" name="Picture 6" descr="A lemons on a branch with leaves&#10;&#10;AI-generated content may be incorrect.">
            <a:extLst>
              <a:ext uri="{FF2B5EF4-FFF2-40B4-BE49-F238E27FC236}">
                <a16:creationId xmlns:a16="http://schemas.microsoft.com/office/drawing/2014/main" id="{292A7410-B2FC-D132-8D8C-4AF1B507056A}"/>
              </a:ext>
            </a:extLst>
          </p:cNvPr>
          <p:cNvPicPr>
            <a:picLocks noChangeAspect="1"/>
          </p:cNvPicPr>
          <p:nvPr/>
        </p:nvPicPr>
        <p:blipFill>
          <a:blip r:embed="rId2" cstate="email">
            <a:extLst>
              <a:ext uri="{28A0092B-C50C-407E-A947-70E740481C1C}">
                <a14:useLocalDpi xmlns:a14="http://schemas.microsoft.com/office/drawing/2010/main"/>
              </a:ext>
            </a:extLst>
          </a:blip>
          <a:srcRect l="-1466" t="289" r="43489" b="8672"/>
          <a:stretch>
            <a:fillRect/>
          </a:stretch>
        </p:blipFill>
        <p:spPr>
          <a:xfrm>
            <a:off x="8120743" y="0"/>
            <a:ext cx="4071257"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7315200" cy="1097280"/>
          </a:xfrm>
        </p:spPr>
        <p:txBody>
          <a:bodyPr anchor="b" anchorCtr="0">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57199" y="1828800"/>
            <a:ext cx="7315199"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99251" y="6126480"/>
            <a:ext cx="2073147" cy="365125"/>
          </a:xfrm>
        </p:spPr>
        <p:txBody>
          <a:bodyPr/>
          <a:lstStyle/>
          <a:p>
            <a:fld id="{5A7A0291-FBD7-2345-9C81-5FC586A6DB9E}" type="datetime1">
              <a:rPr lang="en-US" smtClean="0"/>
              <a:t>3/5/2026</a:t>
            </a:fld>
            <a:endParaRPr lang="en-US"/>
          </a:p>
        </p:txBody>
      </p:sp>
    </p:spTree>
    <p:extLst>
      <p:ext uri="{BB962C8B-B14F-4D97-AF65-F5344CB8AC3E}">
        <p14:creationId xmlns:p14="http://schemas.microsoft.com/office/powerpoint/2010/main" val="2296930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AD6C8C-4A02-004B-93D7-C0DBD4026299}" type="datetime1">
              <a:rPr lang="en-US" smtClean="0"/>
              <a:t>3/5/2026</a:t>
            </a:fld>
            <a:endParaRPr lang="en-US"/>
          </a:p>
        </p:txBody>
      </p:sp>
      <p:pic>
        <p:nvPicPr>
          <p:cNvPr id="7" name="Picture 6" descr="Blue leaves on a black background&#10;&#10;AI-generated content may be incorrect.">
            <a:extLst>
              <a:ext uri="{FF2B5EF4-FFF2-40B4-BE49-F238E27FC236}">
                <a16:creationId xmlns:a16="http://schemas.microsoft.com/office/drawing/2014/main" id="{DE136570-804C-5DD0-226A-419BDFE896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15525479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DBE0D0-60D9-A8DD-819A-4EC6098596AA}"/>
              </a:ext>
            </a:extLst>
          </p:cNvPr>
          <p:cNvSpPr/>
          <p:nvPr/>
        </p:nvSpPr>
        <p:spPr>
          <a:xfrm>
            <a:off x="0" y="-1"/>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6A90C2D-E9F9-B5AC-3789-289AA8EFBE69}"/>
              </a:ext>
            </a:extLst>
          </p:cNvPr>
          <p:cNvSpPr>
            <a:spLocks noGrp="1"/>
          </p:cNvSpPr>
          <p:nvPr>
            <p:ph type="title"/>
          </p:nvPr>
        </p:nvSpPr>
        <p:spPr>
          <a:xfrm>
            <a:off x="8566327" y="642192"/>
            <a:ext cx="3172968" cy="2139696"/>
          </a:xfrm>
        </p:spPr>
        <p:txBody>
          <a:bodyPr anchor="b" anchorCtr="0">
            <a:no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566327" y="3011335"/>
            <a:ext cx="316253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806C8A42-D773-E384-D003-FF92C7D3D7CB}"/>
              </a:ext>
            </a:extLst>
          </p:cNvPr>
          <p:cNvSpPr>
            <a:spLocks noGrp="1"/>
          </p:cNvSpPr>
          <p:nvPr>
            <p:ph type="sldNum" sz="quarter" idx="17"/>
          </p:nvPr>
        </p:nvSpPr>
        <p:spPr>
          <a:xfrm>
            <a:off x="8573862"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5662C323-6B9B-80DF-EF74-D99250EE9201}"/>
              </a:ext>
            </a:extLst>
          </p:cNvPr>
          <p:cNvSpPr>
            <a:spLocks noGrp="1"/>
          </p:cNvSpPr>
          <p:nvPr>
            <p:ph type="ftr" sz="quarter" idx="16"/>
          </p:nvPr>
        </p:nvSpPr>
        <p:spPr>
          <a:xfrm>
            <a:off x="8971459" y="6126480"/>
            <a:ext cx="1934123" cy="365125"/>
          </a:xfrm>
        </p:spPr>
        <p:txBody>
          <a:bodyPr/>
          <a:lstStyle/>
          <a:p>
            <a:r>
              <a:rPr lang="en-US"/>
              <a:t>Presentation title</a:t>
            </a:r>
          </a:p>
        </p:txBody>
      </p:sp>
      <p:sp>
        <p:nvSpPr>
          <p:cNvPr id="4" name="Date Placeholder 3">
            <a:extLst>
              <a:ext uri="{FF2B5EF4-FFF2-40B4-BE49-F238E27FC236}">
                <a16:creationId xmlns:a16="http://schemas.microsoft.com/office/drawing/2014/main" id="{DEDB6DB1-F652-6E69-77F4-F055AD2AF6F5}"/>
              </a:ext>
            </a:extLst>
          </p:cNvPr>
          <p:cNvSpPr>
            <a:spLocks noGrp="1"/>
          </p:cNvSpPr>
          <p:nvPr>
            <p:ph type="dt" sz="half" idx="15"/>
          </p:nvPr>
        </p:nvSpPr>
        <p:spPr>
          <a:xfrm>
            <a:off x="10792496" y="6126480"/>
            <a:ext cx="965564" cy="365125"/>
          </a:xfrm>
        </p:spPr>
        <p:txBody>
          <a:bodyPr/>
          <a:lstStyle/>
          <a:p>
            <a:fld id="{954F3EE5-5A62-1142-B29B-2D79B0DFBB49}" type="datetime1">
              <a:rPr lang="en-US" smtClean="0"/>
              <a:t>3/5/2026</a:t>
            </a:fld>
            <a:endParaRPr lang="en-US"/>
          </a:p>
        </p:txBody>
      </p:sp>
    </p:spTree>
    <p:extLst>
      <p:ext uri="{BB962C8B-B14F-4D97-AF65-F5344CB8AC3E}">
        <p14:creationId xmlns:p14="http://schemas.microsoft.com/office/powerpoint/2010/main" val="95776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F29CE5-A8CD-ED9A-7F5A-693443689EAB}"/>
              </a:ext>
            </a:extLst>
          </p:cNvPr>
          <p:cNvSpPr/>
          <p:nvPr/>
        </p:nvSpPr>
        <p:spPr>
          <a:xfrm>
            <a:off x="4145280" y="-1"/>
            <a:ext cx="80467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2F1C8EF-0052-4E1D-ADC9-E3E4FD32EBE7}"/>
              </a:ext>
            </a:extLst>
          </p:cNvPr>
          <p:cNvSpPr>
            <a:spLocks noGrp="1"/>
          </p:cNvSpPr>
          <p:nvPr>
            <p:ph type="title"/>
          </p:nvPr>
        </p:nvSpPr>
        <p:spPr>
          <a:xfrm>
            <a:off x="456755" y="642192"/>
            <a:ext cx="3274169" cy="2139696"/>
          </a:xfrm>
        </p:spPr>
        <p:txBody>
          <a:bodyPr anchor="b" anchorCtr="0">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7199" y="3011335"/>
            <a:ext cx="3274169"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133EBD6B-DFDB-0D0B-252B-324DA354BF4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E97FC8F1-C8AE-5332-F165-13ED9003CB9B}"/>
              </a:ext>
            </a:extLst>
          </p:cNvPr>
          <p:cNvSpPr>
            <a:spLocks noGrp="1"/>
          </p:cNvSpPr>
          <p:nvPr>
            <p:ph type="ftr" sz="quarter" idx="16"/>
          </p:nvPr>
        </p:nvSpPr>
        <p:spPr>
          <a:xfrm>
            <a:off x="809077" y="6126480"/>
            <a:ext cx="1895486" cy="365125"/>
          </a:xfrm>
        </p:spPr>
        <p:txBody>
          <a:bodyPr/>
          <a:lstStyle/>
          <a:p>
            <a:r>
              <a:rPr lang="en-US"/>
              <a:t>Presentation title</a:t>
            </a:r>
          </a:p>
        </p:txBody>
      </p:sp>
      <p:sp>
        <p:nvSpPr>
          <p:cNvPr id="4" name="Date Placeholder 3">
            <a:extLst>
              <a:ext uri="{FF2B5EF4-FFF2-40B4-BE49-F238E27FC236}">
                <a16:creationId xmlns:a16="http://schemas.microsoft.com/office/drawing/2014/main" id="{C4CDB703-6F6B-3A91-C03F-5AA8FECF96D5}"/>
              </a:ext>
            </a:extLst>
          </p:cNvPr>
          <p:cNvSpPr>
            <a:spLocks noGrp="1"/>
          </p:cNvSpPr>
          <p:nvPr>
            <p:ph type="dt" sz="half" idx="15"/>
          </p:nvPr>
        </p:nvSpPr>
        <p:spPr>
          <a:xfrm>
            <a:off x="2704563" y="6126480"/>
            <a:ext cx="1033988" cy="365125"/>
          </a:xfrm>
        </p:spPr>
        <p:txBody>
          <a:bodyPr/>
          <a:lstStyle/>
          <a:p>
            <a:fld id="{72C7549D-B911-DC4D-9096-0244F27A5122}" type="datetime1">
              <a:rPr lang="en-US" smtClean="0"/>
              <a:t>3/5/2026</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062665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3AE976-70C1-E011-D1BD-A186B254606F}"/>
              </a:ext>
            </a:extLst>
          </p:cNvPr>
          <p:cNvSpPr/>
          <p:nvPr/>
        </p:nvSpPr>
        <p:spPr>
          <a:xfrm>
            <a:off x="0" y="-1"/>
            <a:ext cx="12192000" cy="420624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0688BC7-C8A7-1B9D-DD5A-CC721C820610}"/>
              </a:ext>
            </a:extLst>
          </p:cNvPr>
          <p:cNvSpPr>
            <a:spLocks noGrp="1"/>
          </p:cNvSpPr>
          <p:nvPr>
            <p:ph type="title"/>
          </p:nvPr>
        </p:nvSpPr>
        <p:spPr>
          <a:xfrm>
            <a:off x="457200" y="4663440"/>
            <a:ext cx="4206240" cy="1124712"/>
          </a:xfrm>
        </p:spPr>
        <p:txBody>
          <a:bodyPr anchor="t" anchorCtr="0">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457200"/>
            <a:ext cx="11274552" cy="3261360"/>
          </a:xfrm>
          <a:blipFill dpi="0" rotWithShape="1">
            <a:blip r:embed="rId2">
              <a:alphaModFix amt="60000"/>
            </a:blip>
            <a:srcRect/>
            <a:stretch>
              <a:fillRect t="1" b="-89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4663440"/>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C099B38A-E62D-AD07-98E2-F076BBB6906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43C33DF7-70E3-8959-4BBB-88BA646FC8AB}"/>
              </a:ext>
            </a:extLst>
          </p:cNvPr>
          <p:cNvSpPr>
            <a:spLocks noGrp="1"/>
          </p:cNvSpPr>
          <p:nvPr>
            <p:ph type="ftr" sz="quarter" idx="16"/>
          </p:nvPr>
        </p:nvSpPr>
        <p:spPr/>
        <p:txBody>
          <a:bodyPr/>
          <a:lstStyle/>
          <a:p>
            <a:r>
              <a:rPr lang="en-US"/>
              <a:t>Presentation title</a:t>
            </a:r>
          </a:p>
        </p:txBody>
      </p:sp>
      <p:sp>
        <p:nvSpPr>
          <p:cNvPr id="7" name="Date Placeholder 6">
            <a:extLst>
              <a:ext uri="{FF2B5EF4-FFF2-40B4-BE49-F238E27FC236}">
                <a16:creationId xmlns:a16="http://schemas.microsoft.com/office/drawing/2014/main" id="{64C6559B-3088-D543-8627-C631D5D845A1}"/>
              </a:ext>
            </a:extLst>
          </p:cNvPr>
          <p:cNvSpPr>
            <a:spLocks noGrp="1"/>
          </p:cNvSpPr>
          <p:nvPr>
            <p:ph type="dt" sz="half" idx="15"/>
          </p:nvPr>
        </p:nvSpPr>
        <p:spPr/>
        <p:txBody>
          <a:bodyPr/>
          <a:lstStyle/>
          <a:p>
            <a:fld id="{FE3B3F6E-3994-0241-BCBC-BC1EBD257F6E}" type="datetime1">
              <a:rPr lang="en-US" smtClean="0"/>
              <a:t>3/5/2026</a:t>
            </a:fld>
            <a:endParaRPr lang="en-US"/>
          </a:p>
        </p:txBody>
      </p:sp>
      <p:pic>
        <p:nvPicPr>
          <p:cNvPr id="3" name="Picture 2" descr="A blue leaf on a black background&#10;&#10;AI-generated content may be incorrect.">
            <a:extLst>
              <a:ext uri="{FF2B5EF4-FFF2-40B4-BE49-F238E27FC236}">
                <a16:creationId xmlns:a16="http://schemas.microsoft.com/office/drawing/2014/main" id="{B68BD559-5C7D-BCAB-EDFF-9A833E2B587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flipV="1">
            <a:off x="6400800" y="6144768"/>
            <a:ext cx="2330721" cy="717107"/>
          </a:xfrm>
          <a:prstGeom prst="rect">
            <a:avLst/>
          </a:prstGeom>
        </p:spPr>
      </p:pic>
      <p:pic>
        <p:nvPicPr>
          <p:cNvPr id="5" name="Picture 4" descr="A blue leaf on a black background&#10;&#10;AI-generated content may be incorrect.">
            <a:extLst>
              <a:ext uri="{FF2B5EF4-FFF2-40B4-BE49-F238E27FC236}">
                <a16:creationId xmlns:a16="http://schemas.microsoft.com/office/drawing/2014/main" id="{351BF7C7-47D5-CE17-B30C-3114D6A147B5}"/>
              </a:ext>
            </a:extLst>
          </p:cNvPr>
          <p:cNvPicPr>
            <a:picLocks noChangeAspect="1"/>
          </p:cNvPicPr>
          <p:nvPr/>
        </p:nvPicPr>
        <p:blipFill>
          <a:blip r:embed="rId4" cstate="email">
            <a:extLst>
              <a:ext uri="{28A0092B-C50C-407E-A947-70E740481C1C}">
                <a14:useLocalDpi xmlns:a14="http://schemas.microsoft.com/office/drawing/2010/main"/>
              </a:ext>
            </a:extLst>
          </a:blip>
          <a:srcRect t="-2148" b="-8356"/>
          <a:stretch>
            <a:fillRect/>
          </a:stretch>
        </p:blipFill>
        <p:spPr>
          <a:xfrm rot="16200000" flipV="1">
            <a:off x="3316541" y="5909308"/>
            <a:ext cx="609599" cy="1287782"/>
          </a:xfrm>
          <a:prstGeom prst="rect">
            <a:avLst/>
          </a:prstGeom>
        </p:spPr>
      </p:pic>
    </p:spTree>
    <p:extLst>
      <p:ext uri="{BB962C8B-B14F-4D97-AF65-F5344CB8AC3E}">
        <p14:creationId xmlns:p14="http://schemas.microsoft.com/office/powerpoint/2010/main" val="18745988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F14464-19AB-7D13-BD0E-2F857D32DD8F}"/>
              </a:ext>
            </a:extLst>
          </p:cNvPr>
          <p:cNvSpPr/>
          <p:nvPr/>
        </p:nvSpPr>
        <p:spPr>
          <a:xfrm>
            <a:off x="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ACE19939-7641-D440-ED1C-43937E2E50F9}"/>
              </a:ext>
            </a:extLst>
          </p:cNvPr>
          <p:cNvSpPr>
            <a:spLocks noGrp="1"/>
          </p:cNvSpPr>
          <p:nvPr>
            <p:ph type="title"/>
          </p:nvPr>
        </p:nvSpPr>
        <p:spPr>
          <a:xfrm>
            <a:off x="7863168" y="457200"/>
            <a:ext cx="3895344" cy="1664208"/>
          </a:xfrm>
        </p:spPr>
        <p:txBody>
          <a:bodyPr anchor="b" anchorCtr="0">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6572925"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63168" y="2315569"/>
            <a:ext cx="3894892"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03E9D974-688E-6389-B676-3716A5DCE509}"/>
              </a:ext>
            </a:extLst>
          </p:cNvPr>
          <p:cNvSpPr>
            <a:spLocks noGrp="1"/>
          </p:cNvSpPr>
          <p:nvPr>
            <p:ph type="sldNum" sz="quarter" idx="17"/>
          </p:nvPr>
        </p:nvSpPr>
        <p:spPr>
          <a:xfrm>
            <a:off x="7874608" y="6126480"/>
            <a:ext cx="365760" cy="365125"/>
          </a:xfrm>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D2611A75-2855-5D82-EF5E-AC8CBFD270FA}"/>
              </a:ext>
            </a:extLst>
          </p:cNvPr>
          <p:cNvSpPr>
            <a:spLocks noGrp="1"/>
          </p:cNvSpPr>
          <p:nvPr>
            <p:ph type="ftr" sz="quarter" idx="16"/>
          </p:nvPr>
        </p:nvSpPr>
        <p:spPr>
          <a:xfrm>
            <a:off x="8272204" y="6126480"/>
            <a:ext cx="2194560" cy="365125"/>
          </a:xfrm>
        </p:spPr>
        <p:txBody>
          <a:bodyPr/>
          <a:lstStyle/>
          <a:p>
            <a:r>
              <a:rPr lang="en-US"/>
              <a:t>Presentation title</a:t>
            </a:r>
          </a:p>
        </p:txBody>
      </p:sp>
      <p:sp>
        <p:nvSpPr>
          <p:cNvPr id="5" name="Date Placeholder 4">
            <a:extLst>
              <a:ext uri="{FF2B5EF4-FFF2-40B4-BE49-F238E27FC236}">
                <a16:creationId xmlns:a16="http://schemas.microsoft.com/office/drawing/2014/main" id="{68AB728D-FE97-BBB3-3103-FB1096F0417D}"/>
              </a:ext>
            </a:extLst>
          </p:cNvPr>
          <p:cNvSpPr>
            <a:spLocks noGrp="1"/>
          </p:cNvSpPr>
          <p:nvPr>
            <p:ph type="dt" sz="half" idx="15"/>
          </p:nvPr>
        </p:nvSpPr>
        <p:spPr>
          <a:xfrm>
            <a:off x="10444766" y="6126480"/>
            <a:ext cx="1313294" cy="365125"/>
          </a:xfrm>
        </p:spPr>
        <p:txBody>
          <a:bodyPr/>
          <a:lstStyle/>
          <a:p>
            <a:fld id="{CEBAFC1B-AD29-C14A-91E0-0745420D0140}" type="datetime1">
              <a:rPr lang="en-US" smtClean="0"/>
              <a:t>3/5/2026</a:t>
            </a:fld>
            <a:endParaRPr lang="en-US"/>
          </a:p>
        </p:txBody>
      </p:sp>
    </p:spTree>
    <p:extLst>
      <p:ext uri="{BB962C8B-B14F-4D97-AF65-F5344CB8AC3E}">
        <p14:creationId xmlns:p14="http://schemas.microsoft.com/office/powerpoint/2010/main" val="4723097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497F40-707E-796F-73DC-2241DB51A1A9}"/>
              </a:ext>
            </a:extLst>
          </p:cNvPr>
          <p:cNvSpPr/>
          <p:nvPr/>
        </p:nvSpPr>
        <p:spPr>
          <a:xfrm>
            <a:off x="469392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87A1B64-CA7C-74CC-8184-E144FC10378E}"/>
              </a:ext>
            </a:extLst>
          </p:cNvPr>
          <p:cNvSpPr>
            <a:spLocks noGrp="1"/>
          </p:cNvSpPr>
          <p:nvPr>
            <p:ph type="title"/>
          </p:nvPr>
        </p:nvSpPr>
        <p:spPr>
          <a:xfrm>
            <a:off x="457200" y="457200"/>
            <a:ext cx="3840480" cy="1664208"/>
          </a:xfrm>
        </p:spPr>
        <p:txBody>
          <a:bodyPr anchor="b" anchorCtr="0">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199" y="2315569"/>
            <a:ext cx="384048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2ACCC24-AAEE-1EBE-5C8A-D731F7EDF257}"/>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D5DC2662-2578-560F-F095-F1A11F44A085}"/>
              </a:ext>
            </a:extLst>
          </p:cNvPr>
          <p:cNvSpPr>
            <a:spLocks noGrp="1"/>
          </p:cNvSpPr>
          <p:nvPr>
            <p:ph type="ftr" sz="quarter" idx="16"/>
          </p:nvPr>
        </p:nvSpPr>
        <p:spPr>
          <a:xfrm>
            <a:off x="809077" y="6126480"/>
            <a:ext cx="2377440" cy="365125"/>
          </a:xfrm>
        </p:spPr>
        <p:txBody>
          <a:bodyPr/>
          <a:lstStyle/>
          <a:p>
            <a:r>
              <a:rPr lang="en-US"/>
              <a:t>Presentation title</a:t>
            </a:r>
          </a:p>
        </p:txBody>
      </p:sp>
      <p:sp>
        <p:nvSpPr>
          <p:cNvPr id="3" name="Date Placeholder 2">
            <a:extLst>
              <a:ext uri="{FF2B5EF4-FFF2-40B4-BE49-F238E27FC236}">
                <a16:creationId xmlns:a16="http://schemas.microsoft.com/office/drawing/2014/main" id="{78CE15DD-1F7C-8AB3-8EFB-E573908E03A7}"/>
              </a:ext>
            </a:extLst>
          </p:cNvPr>
          <p:cNvSpPr>
            <a:spLocks noGrp="1"/>
          </p:cNvSpPr>
          <p:nvPr>
            <p:ph type="dt" sz="half" idx="15"/>
          </p:nvPr>
        </p:nvSpPr>
        <p:spPr>
          <a:xfrm>
            <a:off x="3218354" y="6126480"/>
            <a:ext cx="1079325" cy="365125"/>
          </a:xfrm>
        </p:spPr>
        <p:txBody>
          <a:bodyPr/>
          <a:lstStyle/>
          <a:p>
            <a:fld id="{BCA30940-2954-AA4F-9BFF-1013B5D668D8}" type="datetime1">
              <a:rPr lang="en-US" smtClean="0"/>
              <a:t>3/5/2026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56498" y="457200"/>
            <a:ext cx="6572925"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5131765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65BFA-D1C6-FAD3-7B5D-029C855B189E}"/>
              </a:ext>
            </a:extLst>
          </p:cNvPr>
          <p:cNvSpPr/>
          <p:nvPr/>
        </p:nvSpPr>
        <p:spPr>
          <a:xfrm>
            <a:off x="0" y="-1"/>
            <a:ext cx="65379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499533"/>
            <a:ext cx="4754880"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5626608"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1975104"/>
            <a:ext cx="475488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38BE5B76-563B-3E92-FB3E-1D2C9717E8B9}"/>
              </a:ext>
            </a:extLst>
          </p:cNvPr>
          <p:cNvSpPr>
            <a:spLocks noGrp="1"/>
          </p:cNvSpPr>
          <p:nvPr>
            <p:ph type="sldNum" sz="quarter" idx="17"/>
          </p:nvPr>
        </p:nvSpPr>
        <p:spPr>
          <a:xfrm>
            <a:off x="7010400" y="6126480"/>
            <a:ext cx="365760" cy="365125"/>
          </a:xfrm>
        </p:spPr>
        <p:txBody>
          <a:bodyPr/>
          <a:lstStyle/>
          <a:p>
            <a:fld id="{40B778AE-8D30-EC43-B255-420E7914C179}" type="slidenum">
              <a:rPr lang="en-US" smtClean="0"/>
              <a:pPr/>
              <a:t>‹#›</a:t>
            </a:fld>
            <a:endParaRPr lang="en-US"/>
          </a:p>
        </p:txBody>
      </p:sp>
      <p:sp>
        <p:nvSpPr>
          <p:cNvPr id="9" name="Footer Placeholder 8">
            <a:extLst>
              <a:ext uri="{FF2B5EF4-FFF2-40B4-BE49-F238E27FC236}">
                <a16:creationId xmlns:a16="http://schemas.microsoft.com/office/drawing/2014/main" id="{8D520868-4C6A-1C68-6ECA-7B1457F096A5}"/>
              </a:ext>
            </a:extLst>
          </p:cNvPr>
          <p:cNvSpPr>
            <a:spLocks noGrp="1"/>
          </p:cNvSpPr>
          <p:nvPr>
            <p:ph type="ftr" sz="quarter" idx="16"/>
          </p:nvPr>
        </p:nvSpPr>
        <p:spPr>
          <a:xfrm>
            <a:off x="7407996" y="6126480"/>
            <a:ext cx="2834640" cy="365125"/>
          </a:xfrm>
        </p:spPr>
        <p:txBody>
          <a:bodyPr/>
          <a:lstStyle/>
          <a:p>
            <a:r>
              <a:rPr lang="en-US"/>
              <a:t>Presentation title</a:t>
            </a:r>
          </a:p>
        </p:txBody>
      </p:sp>
      <p:sp>
        <p:nvSpPr>
          <p:cNvPr id="4" name="Date Placeholder 3">
            <a:extLst>
              <a:ext uri="{FF2B5EF4-FFF2-40B4-BE49-F238E27FC236}">
                <a16:creationId xmlns:a16="http://schemas.microsoft.com/office/drawing/2014/main" id="{733F3A40-40CC-8BCE-4C26-6B49E64D60B8}"/>
              </a:ext>
            </a:extLst>
          </p:cNvPr>
          <p:cNvSpPr>
            <a:spLocks noGrp="1"/>
          </p:cNvSpPr>
          <p:nvPr>
            <p:ph type="dt" sz="half" idx="15"/>
          </p:nvPr>
        </p:nvSpPr>
        <p:spPr>
          <a:xfrm>
            <a:off x="10290220" y="6126480"/>
            <a:ext cx="1467840" cy="365125"/>
          </a:xfrm>
        </p:spPr>
        <p:txBody>
          <a:bodyPr/>
          <a:lstStyle/>
          <a:p>
            <a:fld id="{5A0B49E7-1C5B-AD4A-B8C0-4550FE0A0235}" type="datetime1">
              <a:rPr lang="en-US" smtClean="0"/>
              <a:t>3/5/2026</a:t>
            </a:fld>
            <a:endParaRPr lang="en-US"/>
          </a:p>
        </p:txBody>
      </p:sp>
    </p:spTree>
    <p:extLst>
      <p:ext uri="{BB962C8B-B14F-4D97-AF65-F5344CB8AC3E}">
        <p14:creationId xmlns:p14="http://schemas.microsoft.com/office/powerpoint/2010/main" val="11477034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8AE30-B0EC-6508-4AB4-7253892A47C9}"/>
              </a:ext>
            </a:extLst>
          </p:cNvPr>
          <p:cNvSpPr/>
          <p:nvPr/>
        </p:nvSpPr>
        <p:spPr>
          <a:xfrm>
            <a:off x="5516880" y="-1"/>
            <a:ext cx="66751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59361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1" y="1920240"/>
            <a:ext cx="459349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09F9C4D3-7A66-D54C-679E-5F2210D54F38}"/>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4" name="Footer Placeholder 3">
            <a:extLst>
              <a:ext uri="{FF2B5EF4-FFF2-40B4-BE49-F238E27FC236}">
                <a16:creationId xmlns:a16="http://schemas.microsoft.com/office/drawing/2014/main" id="{4D92DF43-22E2-E52D-1677-E2ECB5B988CF}"/>
              </a:ext>
            </a:extLst>
          </p:cNvPr>
          <p:cNvSpPr>
            <a:spLocks noGrp="1"/>
          </p:cNvSpPr>
          <p:nvPr>
            <p:ph type="ftr" sz="quarter" idx="16"/>
          </p:nvPr>
        </p:nvSpPr>
        <p:spPr>
          <a:xfrm>
            <a:off x="809077" y="6126480"/>
            <a:ext cx="3200400" cy="365125"/>
          </a:xfrm>
        </p:spPr>
        <p:txBody>
          <a:bodyPr/>
          <a:lstStyle/>
          <a:p>
            <a:r>
              <a:rPr lang="en-US"/>
              <a:t>Presentation title</a:t>
            </a:r>
          </a:p>
        </p:txBody>
      </p:sp>
      <p:sp>
        <p:nvSpPr>
          <p:cNvPr id="3" name="Date Placeholder 2">
            <a:extLst>
              <a:ext uri="{FF2B5EF4-FFF2-40B4-BE49-F238E27FC236}">
                <a16:creationId xmlns:a16="http://schemas.microsoft.com/office/drawing/2014/main" id="{58BCC0E3-6C08-1723-74E8-C1EF05EFFE07}"/>
              </a:ext>
            </a:extLst>
          </p:cNvPr>
          <p:cNvSpPr>
            <a:spLocks noGrp="1"/>
          </p:cNvSpPr>
          <p:nvPr>
            <p:ph type="dt" sz="half" idx="15"/>
          </p:nvPr>
        </p:nvSpPr>
        <p:spPr>
          <a:xfrm>
            <a:off x="4041314" y="6126480"/>
            <a:ext cx="1009377" cy="365125"/>
          </a:xfrm>
        </p:spPr>
        <p:txBody>
          <a:bodyPr/>
          <a:lstStyle/>
          <a:p>
            <a:fld id="{948C343A-B82F-4143-9348-1F135B2BF1BF}" type="datetime1">
              <a:rPr lang="en-US" smtClean="0"/>
              <a:t>3/5/2026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35040" y="457200"/>
            <a:ext cx="5661996"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2145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E9926E-1454-088A-DAEE-81D8FCE1A622}"/>
              </a:ext>
            </a:extLst>
          </p:cNvPr>
          <p:cNvSpPr/>
          <p:nvPr/>
        </p:nvSpPr>
        <p:spPr>
          <a:xfrm>
            <a:off x="0" y="-1"/>
            <a:ext cx="12192000" cy="3429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880757"/>
            <a:ext cx="3044954" cy="201168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3508" y="457200"/>
            <a:ext cx="11274552" cy="2528633"/>
          </a:xfrm>
          <a:blipFill dpi="0" rotWithShape="1">
            <a:blip r:embed="rId2">
              <a:alphaModFix amt="60000"/>
            </a:blip>
            <a:srcRect/>
            <a:stretch>
              <a:fillRect t="1" r="-233" b="-1750"/>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79669" y="3880758"/>
            <a:ext cx="7900851" cy="20116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E92A1C8-408E-D74D-B08B-E4740ED27994}" type="datetime1">
              <a:rPr lang="en-US" smtClean="0"/>
              <a:t>3/5/2026</a:t>
            </a:fld>
            <a:endParaRPr lang="en-US"/>
          </a:p>
        </p:txBody>
      </p:sp>
    </p:spTree>
    <p:extLst>
      <p:ext uri="{BB962C8B-B14F-4D97-AF65-F5344CB8AC3E}">
        <p14:creationId xmlns:p14="http://schemas.microsoft.com/office/powerpoint/2010/main" val="9976217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1005840"/>
            <a:ext cx="3021873" cy="1297637"/>
          </a:xfrm>
        </p:spPr>
        <p:txBody>
          <a:bodyPr anchor="t">
            <a:normAutofit/>
          </a:bodyPr>
          <a:lstStyle>
            <a:lvl1pPr>
              <a:defRPr sz="2800"/>
            </a:lvl1pPr>
          </a:lstStyle>
          <a:p>
            <a:r>
              <a:rPr lang="en-US"/>
              <a:t>Click to edit Master title style</a:t>
            </a:r>
          </a:p>
        </p:txBody>
      </p:sp>
      <p:sp>
        <p:nvSpPr>
          <p:cNvPr id="9" name="Rectangle 8">
            <a:extLst>
              <a:ext uri="{FF2B5EF4-FFF2-40B4-BE49-F238E27FC236}">
                <a16:creationId xmlns:a16="http://schemas.microsoft.com/office/drawing/2014/main" id="{D1AA3CE2-FA19-A0C1-5803-D6CB70AE52C4}"/>
              </a:ext>
            </a:extLst>
          </p:cNvPr>
          <p:cNvSpPr/>
          <p:nvPr/>
        </p:nvSpPr>
        <p:spPr>
          <a:xfrm>
            <a:off x="0" y="3636524"/>
            <a:ext cx="12192000" cy="322147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C6F2C2E6-D9FF-7960-30D4-3996CAF0E7A9}"/>
              </a:ext>
            </a:extLst>
          </p:cNvPr>
          <p:cNvSpPr>
            <a:spLocks noGrp="1"/>
          </p:cNvSpPr>
          <p:nvPr>
            <p:ph type="sldNum" sz="quarter" idx="17"/>
          </p:nvPr>
        </p:nvSpPr>
        <p:spPr>
          <a:xfrm>
            <a:off x="411480" y="274320"/>
            <a:ext cx="365760" cy="365125"/>
          </a:xfrm>
        </p:spPr>
        <p:txBody>
          <a:bodyPr/>
          <a:lstStyle/>
          <a:p>
            <a:fld id="{40B778AE-8D30-EC43-B255-420E7914C179}" type="slidenum">
              <a:rPr lang="en-US" smtClean="0"/>
              <a:pPr/>
              <a:t>‹#›</a:t>
            </a:fld>
            <a:endParaRPr lang="en-US"/>
          </a:p>
        </p:txBody>
      </p:sp>
      <p:sp>
        <p:nvSpPr>
          <p:cNvPr id="10" name="Footer Placeholder 9">
            <a:extLst>
              <a:ext uri="{FF2B5EF4-FFF2-40B4-BE49-F238E27FC236}">
                <a16:creationId xmlns:a16="http://schemas.microsoft.com/office/drawing/2014/main" id="{E16CECD4-053E-15EE-496E-9BA230A307A5}"/>
              </a:ext>
            </a:extLst>
          </p:cNvPr>
          <p:cNvSpPr>
            <a:spLocks noGrp="1"/>
          </p:cNvSpPr>
          <p:nvPr>
            <p:ph type="ftr" sz="quarter" idx="16"/>
          </p:nvPr>
        </p:nvSpPr>
        <p:spPr>
          <a:xfrm>
            <a:off x="809077" y="274320"/>
            <a:ext cx="3724286" cy="365125"/>
          </a:xfrm>
        </p:spPr>
        <p:txBody>
          <a:bodyPr/>
          <a:lstStyle/>
          <a:p>
            <a:r>
              <a:rPr lang="en-US"/>
              <a:t>Presentation title</a:t>
            </a:r>
          </a:p>
        </p:txBody>
      </p:sp>
      <p:sp>
        <p:nvSpPr>
          <p:cNvPr id="3" name="Date Placeholder 2">
            <a:extLst>
              <a:ext uri="{FF2B5EF4-FFF2-40B4-BE49-F238E27FC236}">
                <a16:creationId xmlns:a16="http://schemas.microsoft.com/office/drawing/2014/main" id="{4DC77D76-068A-6817-DE61-41E5920B1A54}"/>
              </a:ext>
            </a:extLst>
          </p:cNvPr>
          <p:cNvSpPr>
            <a:spLocks noGrp="1"/>
          </p:cNvSpPr>
          <p:nvPr>
            <p:ph type="dt" sz="half" idx="15"/>
          </p:nvPr>
        </p:nvSpPr>
        <p:spPr>
          <a:xfrm>
            <a:off x="9839459" y="274320"/>
            <a:ext cx="1918601" cy="365125"/>
          </a:xfrm>
        </p:spPr>
        <p:txBody>
          <a:bodyPr/>
          <a:lstStyle/>
          <a:p>
            <a:fld id="{74C1E1D0-99FC-0441-BDC2-0A5DDB99B607}" type="datetime1">
              <a:rPr lang="en-US" smtClean="0"/>
              <a:t>3/5/2026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53543" y="1005840"/>
            <a:ext cx="7904517"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484004" y="4128448"/>
            <a:ext cx="11274056" cy="2285305"/>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l="2" t="227" r="-270" b="-952"/>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583004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049D46-A039-8FE9-795E-B9A09588FB81}"/>
              </a:ext>
            </a:extLst>
          </p:cNvPr>
          <p:cNvSpPr/>
          <p:nvPr/>
        </p:nvSpPr>
        <p:spPr>
          <a:xfrm>
            <a:off x="0"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1751" y="514175"/>
            <a:ext cx="6400800" cy="1315029"/>
          </a:xfrm>
        </p:spPr>
        <p:txBody>
          <a:bodyPr anchor="b">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noChangeAspect="1"/>
          </p:cNvSpPr>
          <p:nvPr>
            <p:ph type="pic" sz="quarter" idx="13" hasCustomPrompt="1"/>
          </p:nvPr>
        </p:nvSpPr>
        <p:spPr>
          <a:xfrm>
            <a:off x="457200" y="457200"/>
            <a:ext cx="3952393" cy="59436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3108" y="1978488"/>
            <a:ext cx="640080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4E3CD20-9BC1-4411-A4E2-3B37C24049B7}"/>
              </a:ext>
            </a:extLst>
          </p:cNvPr>
          <p:cNvSpPr>
            <a:spLocks noGrp="1"/>
          </p:cNvSpPr>
          <p:nvPr>
            <p:ph type="sldNum" sz="quarter" idx="17"/>
          </p:nvPr>
        </p:nvSpPr>
        <p:spPr>
          <a:xfrm>
            <a:off x="5312105" y="6126480"/>
            <a:ext cx="365760" cy="365125"/>
          </a:xfrm>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745AD34-905D-5BB9-666C-2F8C95D63BEC}"/>
              </a:ext>
            </a:extLst>
          </p:cNvPr>
          <p:cNvSpPr>
            <a:spLocks noGrp="1"/>
          </p:cNvSpPr>
          <p:nvPr>
            <p:ph type="ftr" sz="quarter" idx="16"/>
          </p:nvPr>
        </p:nvSpPr>
        <p:spPr>
          <a:xfrm>
            <a:off x="5709702" y="6126480"/>
            <a:ext cx="3975211" cy="365125"/>
          </a:xfrm>
        </p:spPr>
        <p:txBody>
          <a:bodyPr/>
          <a:lstStyle/>
          <a:p>
            <a:r>
              <a:rPr lang="en-US"/>
              <a:t>Presentation title</a:t>
            </a:r>
          </a:p>
        </p:txBody>
      </p:sp>
      <p:sp>
        <p:nvSpPr>
          <p:cNvPr id="3" name="Date Placeholder 2">
            <a:extLst>
              <a:ext uri="{FF2B5EF4-FFF2-40B4-BE49-F238E27FC236}">
                <a16:creationId xmlns:a16="http://schemas.microsoft.com/office/drawing/2014/main" id="{4E84FBA4-81B9-2387-9280-85A1A169CC2D}"/>
              </a:ext>
            </a:extLst>
          </p:cNvPr>
          <p:cNvSpPr>
            <a:spLocks noGrp="1"/>
          </p:cNvSpPr>
          <p:nvPr>
            <p:ph type="dt" sz="half" idx="15"/>
          </p:nvPr>
        </p:nvSpPr>
        <p:spPr/>
        <p:txBody>
          <a:bodyPr/>
          <a:lstStyle/>
          <a:p>
            <a:fld id="{4D2F5157-4209-D142-B123-F174FB18FA7D}" type="datetime1">
              <a:rPr lang="en-US" smtClean="0"/>
              <a:t>3/5/2026</a:t>
            </a:fld>
            <a:endParaRPr lang="en-US"/>
          </a:p>
        </p:txBody>
      </p:sp>
    </p:spTree>
    <p:extLst>
      <p:ext uri="{BB962C8B-B14F-4D97-AF65-F5344CB8AC3E}">
        <p14:creationId xmlns:p14="http://schemas.microsoft.com/office/powerpoint/2010/main" val="41207617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B5BA68-BEB6-20D9-ED99-49AE2037C723}"/>
              </a:ext>
            </a:extLst>
          </p:cNvPr>
          <p:cNvSpPr/>
          <p:nvPr/>
        </p:nvSpPr>
        <p:spPr>
          <a:xfrm>
            <a:off x="7305675"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6428962" cy="11430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737360"/>
            <a:ext cx="6428963"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4A48AAF-8DE6-EAE0-C3BC-3EF1475AC6CA}"/>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B3512C07-7A5F-BEB6-7A29-9DAB0CF47A67}"/>
              </a:ext>
            </a:extLst>
          </p:cNvPr>
          <p:cNvSpPr>
            <a:spLocks noGrp="1"/>
          </p:cNvSpPr>
          <p:nvPr>
            <p:ph type="ftr" sz="quarter" idx="16"/>
          </p:nvPr>
        </p:nvSpPr>
        <p:spPr/>
        <p:txBody>
          <a:bodyPr/>
          <a:lstStyle/>
          <a:p>
            <a:r>
              <a:rPr lang="en-US"/>
              <a:t>Presentation title</a:t>
            </a:r>
          </a:p>
        </p:txBody>
      </p:sp>
      <p:sp>
        <p:nvSpPr>
          <p:cNvPr id="4" name="Date Placeholder 3">
            <a:extLst>
              <a:ext uri="{FF2B5EF4-FFF2-40B4-BE49-F238E27FC236}">
                <a16:creationId xmlns:a16="http://schemas.microsoft.com/office/drawing/2014/main" id="{25EBBFD0-0424-7C4B-20AF-00D4497D7F34}"/>
              </a:ext>
            </a:extLst>
          </p:cNvPr>
          <p:cNvSpPr>
            <a:spLocks noGrp="1"/>
          </p:cNvSpPr>
          <p:nvPr>
            <p:ph type="dt" sz="half" idx="15"/>
          </p:nvPr>
        </p:nvSpPr>
        <p:spPr>
          <a:xfrm>
            <a:off x="4539443" y="6126480"/>
            <a:ext cx="2346720" cy="365125"/>
          </a:xfrm>
        </p:spPr>
        <p:txBody>
          <a:bodyPr/>
          <a:lstStyle/>
          <a:p>
            <a:fld id="{D4039460-34D4-104F-A87D-31820CDD6266}" type="datetime1">
              <a:rPr lang="en-US" smtClean="0"/>
              <a:t>3/5/2026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769731" y="457200"/>
            <a:ext cx="3958213" cy="59436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1764240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32688"/>
          </a:xfrm>
        </p:spPr>
        <p:txBody>
          <a:bodyPr anchor="t" anchorCtr="0">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11480" y="1737360"/>
            <a:ext cx="4812154"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306BFCA8-9BD5-0D66-6653-7B45B382C4F3}"/>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E0A02138-E28D-3ED2-F911-171BA61DEEF9}"/>
              </a:ext>
            </a:extLst>
          </p:cNvPr>
          <p:cNvSpPr>
            <a:spLocks noGrp="1"/>
          </p:cNvSpPr>
          <p:nvPr>
            <p:ph type="ftr" sz="quarter" idx="16"/>
          </p:nvPr>
        </p:nvSpPr>
        <p:spPr>
          <a:xfrm>
            <a:off x="809077" y="6126480"/>
            <a:ext cx="3108960" cy="365125"/>
          </a:xfrm>
        </p:spPr>
        <p:txBody>
          <a:bodyPr/>
          <a:lstStyle/>
          <a:p>
            <a:r>
              <a:rPr lang="en-US"/>
              <a:t>Presentation title</a:t>
            </a:r>
          </a:p>
        </p:txBody>
      </p:sp>
      <p:sp>
        <p:nvSpPr>
          <p:cNvPr id="3" name="Date Placeholder 2">
            <a:extLst>
              <a:ext uri="{FF2B5EF4-FFF2-40B4-BE49-F238E27FC236}">
                <a16:creationId xmlns:a16="http://schemas.microsoft.com/office/drawing/2014/main" id="{01315DE3-263F-5B56-80FE-04252DA7AFCF}"/>
              </a:ext>
            </a:extLst>
          </p:cNvPr>
          <p:cNvSpPr>
            <a:spLocks noGrp="1"/>
          </p:cNvSpPr>
          <p:nvPr>
            <p:ph type="dt" sz="half" idx="15"/>
          </p:nvPr>
        </p:nvSpPr>
        <p:spPr>
          <a:xfrm>
            <a:off x="3949874" y="6126480"/>
            <a:ext cx="1273760" cy="365125"/>
          </a:xfrm>
        </p:spPr>
        <p:txBody>
          <a:bodyPr/>
          <a:lstStyle/>
          <a:p>
            <a:fld id="{1134199F-B77C-624E-8596-34C330D06B24}" type="datetime1">
              <a:rPr lang="en-US" smtClean="0"/>
              <a:t>3/5/2026</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37360"/>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t="-463"/>
            </a:stretch>
          </a:blipFill>
        </p:spPr>
        <p:txBody>
          <a:bodyPr vert="horz" wrap="square" lIns="91440" tIns="45720" rIns="91440" bIns="45720" rtlCol="0">
            <a:noAutofit/>
          </a:bodyPr>
          <a:lstStyle>
            <a:lvl1pPr marL="0" indent="0">
              <a:buNone/>
              <a:defRPr lang="en-US" dirty="0"/>
            </a:lvl1pPr>
          </a:lstStyle>
          <a:p>
            <a:pPr marL="0" lvl="0" indent="0">
              <a:buNone/>
            </a:pPr>
            <a:r>
              <a:rPr lang="en-US" dirty="0"/>
              <a:t>   </a:t>
            </a:r>
          </a:p>
        </p:txBody>
      </p:sp>
    </p:spTree>
    <p:extLst>
      <p:ext uri="{BB962C8B-B14F-4D97-AF65-F5344CB8AC3E}">
        <p14:creationId xmlns:p14="http://schemas.microsoft.com/office/powerpoint/2010/main" val="23151299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6589777" cy="932688"/>
          </a:xfrm>
        </p:spPr>
        <p:txBody>
          <a:bodyPr anchor="t" anchorCtr="0"/>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737360"/>
            <a:ext cx="492918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89759" y="1737360"/>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0" lvl="0" indent="0">
              <a:buNone/>
            </a:pPr>
            <a:r>
              <a:rPr lang="en-US" dirty="0"/>
              <a:t>   </a:t>
            </a:r>
          </a:p>
        </p:txBody>
      </p:sp>
      <p:sp>
        <p:nvSpPr>
          <p:cNvPr id="7" name="Slide Number Placeholder 6">
            <a:extLst>
              <a:ext uri="{FF2B5EF4-FFF2-40B4-BE49-F238E27FC236}">
                <a16:creationId xmlns:a16="http://schemas.microsoft.com/office/drawing/2014/main" id="{3FA9E5AF-145E-4F1A-BB20-9409893575A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00838992-9744-9F81-E393-2C3F1988DB63}"/>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73D553C8-D720-0A9C-1422-FB597AA90E65}"/>
              </a:ext>
            </a:extLst>
          </p:cNvPr>
          <p:cNvSpPr>
            <a:spLocks noGrp="1"/>
          </p:cNvSpPr>
          <p:nvPr>
            <p:ph type="dt" sz="half" idx="15"/>
          </p:nvPr>
        </p:nvSpPr>
        <p:spPr/>
        <p:txBody>
          <a:bodyPr/>
          <a:lstStyle/>
          <a:p>
            <a:fld id="{46D95950-DF64-8142-88A4-F8F59685720D}" type="datetime1">
              <a:rPr lang="en-US" smtClean="0"/>
              <a:t>3/5/2026</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515AFBE3-40C6-81D7-9428-700F64A385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00544" y="-10989"/>
            <a:ext cx="4160520" cy="919694"/>
          </a:xfrm>
          <a:prstGeom prst="rect">
            <a:avLst/>
          </a:prstGeom>
        </p:spPr>
      </p:pic>
    </p:spTree>
    <p:extLst>
      <p:ext uri="{BB962C8B-B14F-4D97-AF65-F5344CB8AC3E}">
        <p14:creationId xmlns:p14="http://schemas.microsoft.com/office/powerpoint/2010/main" val="23680034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9857233" cy="932688"/>
          </a:xfrm>
        </p:spPr>
        <p:txBody>
          <a:bodyPr anchor="t" anchorCtr="0"/>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0" y="1737361"/>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b="-463"/>
            </a:stretch>
          </a:blipFill>
        </p:spPr>
        <p:txBody>
          <a:bodyPr vert="horz" wrap="square" lIns="91440" tIns="45720" rIns="91440" bIns="45720" rtlCol="0">
            <a:noAutofit/>
          </a:bodyPr>
          <a:lstStyle>
            <a:lvl1pPr marL="0" indent="0">
              <a:buNone/>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37360"/>
            <a:ext cx="466344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74937D0-8E8C-36F0-C09F-3935C5F5A187}"/>
              </a:ext>
            </a:extLst>
          </p:cNvPr>
          <p:cNvSpPr>
            <a:spLocks noGrp="1"/>
          </p:cNvSpPr>
          <p:nvPr>
            <p:ph type="sldNum" sz="quarter" idx="17"/>
          </p:nvPr>
        </p:nvSpPr>
        <p:spPr>
          <a:xfrm>
            <a:off x="7098034" y="6126480"/>
            <a:ext cx="365760" cy="365125"/>
          </a:xfrm>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DE8A5FE1-47F3-1838-9838-5F3981F5C024}"/>
              </a:ext>
            </a:extLst>
          </p:cNvPr>
          <p:cNvSpPr>
            <a:spLocks noGrp="1"/>
          </p:cNvSpPr>
          <p:nvPr>
            <p:ph type="ftr" sz="quarter" idx="16"/>
          </p:nvPr>
        </p:nvSpPr>
        <p:spPr>
          <a:xfrm>
            <a:off x="7495631" y="6126480"/>
            <a:ext cx="2818801" cy="365125"/>
          </a:xfrm>
        </p:spPr>
        <p:txBody>
          <a:bodyPr/>
          <a:lstStyle/>
          <a:p>
            <a:r>
              <a:rPr lang="en-US"/>
              <a:t>Presentation title</a:t>
            </a:r>
          </a:p>
        </p:txBody>
      </p:sp>
      <p:sp>
        <p:nvSpPr>
          <p:cNvPr id="3" name="Date Placeholder 2">
            <a:extLst>
              <a:ext uri="{FF2B5EF4-FFF2-40B4-BE49-F238E27FC236}">
                <a16:creationId xmlns:a16="http://schemas.microsoft.com/office/drawing/2014/main" id="{C2FADA45-5086-049B-5151-875044D0EB2B}"/>
              </a:ext>
            </a:extLst>
          </p:cNvPr>
          <p:cNvSpPr>
            <a:spLocks noGrp="1"/>
          </p:cNvSpPr>
          <p:nvPr>
            <p:ph type="dt" sz="half" idx="15"/>
          </p:nvPr>
        </p:nvSpPr>
        <p:spPr>
          <a:xfrm>
            <a:off x="10314432" y="6126480"/>
            <a:ext cx="1443628" cy="365125"/>
          </a:xfrm>
        </p:spPr>
        <p:txBody>
          <a:bodyPr/>
          <a:lstStyle/>
          <a:p>
            <a:fld id="{05030E4E-627B-D64F-876E-5B4D0895463B}" type="datetime1">
              <a:rPr lang="en-US" smtClean="0"/>
              <a:t>3/5/2026</a:t>
            </a:fld>
            <a:endParaRPr lang="en-US"/>
          </a:p>
        </p:txBody>
      </p:sp>
      <p:pic>
        <p:nvPicPr>
          <p:cNvPr id="4" name="Picture 3">
            <a:extLst>
              <a:ext uri="{FF2B5EF4-FFF2-40B4-BE49-F238E27FC236}">
                <a16:creationId xmlns:a16="http://schemas.microsoft.com/office/drawing/2014/main" id="{D34749E5-FB47-A780-BB70-15427C5C9C79}"/>
              </a:ext>
            </a:extLst>
          </p:cNvPr>
          <p:cNvPicPr>
            <a:picLocks noChangeAspect="1"/>
          </p:cNvPicPr>
          <p:nvPr/>
        </p:nvPicPr>
        <p:blipFill>
          <a:blip r:embed="rId3" cstate="email">
            <a:extLst>
              <a:ext uri="{28A0092B-C50C-407E-A947-70E740481C1C}">
                <a14:useLocalDpi xmlns:a14="http://schemas.microsoft.com/office/drawing/2010/main"/>
              </a:ext>
            </a:extLst>
          </a:blip>
          <a:srcRect t="46924" r="48863"/>
          <a:stretch>
            <a:fillRect/>
          </a:stretch>
        </p:blipFill>
        <p:spPr>
          <a:xfrm>
            <a:off x="10841171" y="-1694"/>
            <a:ext cx="1350829" cy="707766"/>
          </a:xfrm>
          <a:prstGeom prst="rect">
            <a:avLst/>
          </a:prstGeom>
        </p:spPr>
      </p:pic>
      <p:pic>
        <p:nvPicPr>
          <p:cNvPr id="7" name="Picture 6" descr="A blue leaf on a black background&#10;&#10;AI-generated content may be incorrect.">
            <a:extLst>
              <a:ext uri="{FF2B5EF4-FFF2-40B4-BE49-F238E27FC236}">
                <a16:creationId xmlns:a16="http://schemas.microsoft.com/office/drawing/2014/main" id="{CC4A5946-E946-3908-F594-36D825BAA616}"/>
              </a:ext>
            </a:extLst>
          </p:cNvPr>
          <p:cNvPicPr>
            <a:picLocks noChangeAspect="1"/>
          </p:cNvPicPr>
          <p:nvPr/>
        </p:nvPicPr>
        <p:blipFill>
          <a:blip r:embed="rId4" cstate="email">
            <a:extLst>
              <a:ext uri="{28A0092B-C50C-407E-A947-70E740481C1C}">
                <a14:useLocalDpi xmlns:a14="http://schemas.microsoft.com/office/drawing/2010/main"/>
              </a:ext>
            </a:extLst>
          </a:blip>
          <a:srcRect t="-6753" b="-3752"/>
          <a:stretch>
            <a:fillRect/>
          </a:stretch>
        </p:blipFill>
        <p:spPr>
          <a:xfrm rot="16200000" flipH="1">
            <a:off x="10305612" y="-161869"/>
            <a:ext cx="611235" cy="934973"/>
          </a:xfrm>
          <a:prstGeom prst="rect">
            <a:avLst/>
          </a:prstGeom>
        </p:spPr>
      </p:pic>
    </p:spTree>
    <p:extLst>
      <p:ext uri="{BB962C8B-B14F-4D97-AF65-F5344CB8AC3E}">
        <p14:creationId xmlns:p14="http://schemas.microsoft.com/office/powerpoint/2010/main" val="2919014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06976" y="457200"/>
            <a:ext cx="7315200" cy="1005840"/>
          </a:xfr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06976"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B8CCFB6-66BF-D5A2-4EF3-833708DF04F6}"/>
              </a:ext>
            </a:extLst>
          </p:cNvPr>
          <p:cNvSpPr>
            <a:spLocks noGrp="1"/>
          </p:cNvSpPr>
          <p:nvPr>
            <p:ph type="sldNum" sz="quarter" idx="17"/>
          </p:nvPr>
        </p:nvSpPr>
        <p:spPr>
          <a:xfrm>
            <a:off x="4506976" y="6126480"/>
            <a:ext cx="365760" cy="365125"/>
          </a:xfrm>
        </p:spPr>
        <p:txBody>
          <a:bodyPr/>
          <a:lstStyle/>
          <a:p>
            <a:fld id="{40B778AE-8D30-EC43-B255-420E7914C179}" type="slidenum">
              <a:rPr lang="en-US" smtClean="0"/>
              <a:pPr/>
              <a:t>‹#›</a:t>
            </a:fld>
            <a:endParaRPr lang="en-US"/>
          </a:p>
        </p:txBody>
      </p:sp>
      <p:sp>
        <p:nvSpPr>
          <p:cNvPr id="6" name="Footer Placeholder 5">
            <a:extLst>
              <a:ext uri="{FF2B5EF4-FFF2-40B4-BE49-F238E27FC236}">
                <a16:creationId xmlns:a16="http://schemas.microsoft.com/office/drawing/2014/main" id="{28ABAED9-FD69-CDB3-CE31-233F9E999A59}"/>
              </a:ext>
            </a:extLst>
          </p:cNvPr>
          <p:cNvSpPr>
            <a:spLocks noGrp="1"/>
          </p:cNvSpPr>
          <p:nvPr>
            <p:ph type="ftr" sz="quarter" idx="16"/>
          </p:nvPr>
        </p:nvSpPr>
        <p:spPr>
          <a:xfrm>
            <a:off x="4904572" y="6126480"/>
            <a:ext cx="3657600" cy="365125"/>
          </a:xfrm>
        </p:spPr>
        <p:txBody>
          <a:bodyPr/>
          <a:lstStyle/>
          <a:p>
            <a:r>
              <a:rPr lang="en-US"/>
              <a:t>Presentation title</a:t>
            </a:r>
          </a:p>
        </p:txBody>
      </p:sp>
      <p:sp>
        <p:nvSpPr>
          <p:cNvPr id="5" name="Date Placeholder 4">
            <a:extLst>
              <a:ext uri="{FF2B5EF4-FFF2-40B4-BE49-F238E27FC236}">
                <a16:creationId xmlns:a16="http://schemas.microsoft.com/office/drawing/2014/main" id="{028C4576-1D70-8D69-935F-F5841843BF28}"/>
              </a:ext>
            </a:extLst>
          </p:cNvPr>
          <p:cNvSpPr>
            <a:spLocks noGrp="1"/>
          </p:cNvSpPr>
          <p:nvPr>
            <p:ph type="dt" sz="half" idx="15"/>
          </p:nvPr>
        </p:nvSpPr>
        <p:spPr/>
        <p:txBody>
          <a:bodyPr/>
          <a:lstStyle/>
          <a:p>
            <a:fld id="{3EB7EF76-FB1E-EA44-B271-29D75F3FBB25}" type="datetime1">
              <a:rPr lang="en-US" smtClean="0"/>
              <a:t>3/5/2026</a:t>
            </a:fld>
            <a:endParaRPr lang="en-US"/>
          </a:p>
        </p:txBody>
      </p:sp>
    </p:spTree>
    <p:extLst>
      <p:ext uri="{BB962C8B-B14F-4D97-AF65-F5344CB8AC3E}">
        <p14:creationId xmlns:p14="http://schemas.microsoft.com/office/powerpoint/2010/main" val="27089526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315200" cy="9144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C5D31AD-BC5C-0681-77D2-AA2DD3FACC0E}"/>
              </a:ext>
            </a:extLst>
          </p:cNvPr>
          <p:cNvSpPr>
            <a:spLocks noGrp="1"/>
          </p:cNvSpPr>
          <p:nvPr>
            <p:ph type="sldNum" sz="quarter" idx="17"/>
          </p:nvPr>
        </p:nvSpPr>
        <p:spPr/>
        <p:txBody>
          <a:body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17CFFF4-D46A-BAF9-7B12-CCCCD9D4B9E8}"/>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15F3D3FC-835B-4DD5-6FB4-1C61B80E1E7E}"/>
              </a:ext>
            </a:extLst>
          </p:cNvPr>
          <p:cNvSpPr>
            <a:spLocks noGrp="1"/>
          </p:cNvSpPr>
          <p:nvPr>
            <p:ph type="dt" sz="half" idx="15"/>
          </p:nvPr>
        </p:nvSpPr>
        <p:spPr>
          <a:xfrm>
            <a:off x="5782614" y="6126480"/>
            <a:ext cx="1989786" cy="365125"/>
          </a:xfrm>
        </p:spPr>
        <p:txBody>
          <a:bodyPr/>
          <a:lstStyle/>
          <a:p>
            <a:fld id="{45042452-74AC-7E41-8CDA-7073C00E876C}" type="datetime1">
              <a:rPr lang="en-US" smtClean="0"/>
              <a:t>3/5/2026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74182" y="0"/>
            <a:ext cx="4017817" cy="6858000"/>
          </a:xfrm>
          <a:blipFill dpi="0" rotWithShape="1">
            <a:blip r:embed="rId2">
              <a:alphaModFix amt="60000"/>
            </a:blip>
            <a:srcRect/>
            <a:stretch>
              <a:fillRect l="-205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639794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564763" cy="1269482"/>
          </a:xfrm>
        </p:spPr>
        <p:txBody>
          <a:bodyPr anchor="t">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1968816"/>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00688" y="457200"/>
            <a:ext cx="6217920" cy="54752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22D6359-BBC3-9E40-B171-C99E9F4933E9}" type="datetime1">
              <a:rPr lang="en-US" smtClean="0"/>
              <a:t>3/5/2026</a:t>
            </a:fld>
            <a:endParaRPr lang="en-US"/>
          </a:p>
        </p:txBody>
      </p:sp>
    </p:spTree>
    <p:extLst>
      <p:ext uri="{BB962C8B-B14F-4D97-AF65-F5344CB8AC3E}">
        <p14:creationId xmlns:p14="http://schemas.microsoft.com/office/powerpoint/2010/main" val="21271489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540760" cy="1316347"/>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2089842"/>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59" y="457200"/>
            <a:ext cx="7254239" cy="566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06BEBE4-268E-1643-A712-CC93702C9C05}" type="datetime1">
              <a:rPr lang="en-US" smtClean="0"/>
              <a:t>3/5/2026</a:t>
            </a:fld>
            <a:endParaRPr lang="en-US"/>
          </a:p>
        </p:txBody>
      </p:sp>
    </p:spTree>
    <p:extLst>
      <p:ext uri="{BB962C8B-B14F-4D97-AF65-F5344CB8AC3E}">
        <p14:creationId xmlns:p14="http://schemas.microsoft.com/office/powerpoint/2010/main" val="957102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0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31070" y="457200"/>
            <a:ext cx="8129861" cy="4536141"/>
          </a:xfrm>
        </p:spPr>
        <p:txBody>
          <a:bodyPr anchor="b">
            <a:normAutofit/>
          </a:bodyPr>
          <a:lstStyle>
            <a:lvl1pPr marL="0" indent="0" algn="ctr">
              <a:lnSpc>
                <a:spcPct val="90000"/>
              </a:lnSpc>
              <a:buNone/>
              <a:defRPr sz="27000" b="0">
                <a:solidFill>
                  <a:schemeClr val="tx1"/>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7E66D84-D695-C745-96DB-748C5AC7D514}" type="datetime1">
              <a:rPr lang="en-US" smtClean="0"/>
              <a:t>3/5/2026</a:t>
            </a:fld>
            <a:endParaRPr lang="en-US"/>
          </a:p>
        </p:txBody>
      </p:sp>
      <p:pic>
        <p:nvPicPr>
          <p:cNvPr id="8" name="Picture 7" descr="Blue leaves on a black background&#10;&#10;AI-generated content may be incorrect.">
            <a:extLst>
              <a:ext uri="{FF2B5EF4-FFF2-40B4-BE49-F238E27FC236}">
                <a16:creationId xmlns:a16="http://schemas.microsoft.com/office/drawing/2014/main" id="{7937E1ED-1028-57A9-8653-199F587CAA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11348056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6152" y="4892040"/>
            <a:ext cx="9762068" cy="1060704"/>
          </a:xfrm>
        </p:spPr>
        <p:txBody>
          <a:bodyPr anchor="ctr">
            <a:normAutofit/>
          </a:bodyPr>
          <a:lstStyle>
            <a:lvl1pPr algn="ctr">
              <a:lnSpc>
                <a:spcPct val="110000"/>
              </a:lnSpc>
              <a:defRPr sz="20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457200"/>
            <a:ext cx="7315200" cy="4535424"/>
          </a:xfrm>
        </p:spPr>
        <p:txBody>
          <a:bodyPr anchor="b">
            <a:normAutofit/>
          </a:bodyPr>
          <a:lstStyle>
            <a:lvl1pPr marL="0" indent="0" algn="ctr">
              <a:lnSpc>
                <a:spcPct val="90000"/>
              </a:lnSpc>
              <a:buNone/>
              <a:defRPr sz="27000" b="0">
                <a:solidFill>
                  <a:schemeClr val="tx2"/>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solidFill>
                <a:schemeClr val="tx2"/>
              </a:solidFill>
            </a:endParaRP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8B814E37-7324-6845-87AB-412490586DE2}" type="datetime1">
              <a:rPr lang="en-US" smtClean="0">
                <a:solidFill>
                  <a:schemeClr val="tx2"/>
                </a:solidFill>
              </a:rPr>
              <a:t>3/5/2026</a:t>
            </a:fld>
            <a:endParaRPr lang="en-US">
              <a:solidFill>
                <a:schemeClr val="tx2"/>
              </a:solidFill>
            </a:endParaRPr>
          </a:p>
        </p:txBody>
      </p:sp>
      <p:pic>
        <p:nvPicPr>
          <p:cNvPr id="8" name="Picture 7" descr="Blue leaves on a black background&#10;&#10;AI-generated content may be incorrect.">
            <a:extLst>
              <a:ext uri="{FF2B5EF4-FFF2-40B4-BE49-F238E27FC236}">
                <a16:creationId xmlns:a16="http://schemas.microsoft.com/office/drawing/2014/main" id="{0880C214-5B6A-CB20-C2B7-43282B9B19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35702121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pic>
        <p:nvPicPr>
          <p:cNvPr id="4" name="Picture 3" descr="Blue leaves in a circle&#10;&#10;AI-generated content may be incorrect.">
            <a:extLst>
              <a:ext uri="{FF2B5EF4-FFF2-40B4-BE49-F238E27FC236}">
                <a16:creationId xmlns:a16="http://schemas.microsoft.com/office/drawing/2014/main" id="{BF0F0DCE-304C-EF8B-B97E-382148327DD9}"/>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397696"/>
            <a:ext cx="5486400" cy="1463040"/>
          </a:xfrm>
        </p:spPr>
        <p:txBody>
          <a:bodyPr anchor="t" anchorCtr="0">
            <a:normAutofit/>
          </a:bodyPr>
          <a:lstStyle>
            <a:lvl1pPr algn="ctr">
              <a:lnSpc>
                <a:spcPct val="11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74069" y="1171579"/>
            <a:ext cx="8043862" cy="3566160"/>
          </a:xfrm>
        </p:spPr>
        <p:txBody>
          <a:bodyPr anchor="b">
            <a:normAutofit/>
          </a:bodyPr>
          <a:lstStyle>
            <a:lvl1pPr marL="0" indent="0" algn="ctr">
              <a:lnSpc>
                <a:spcPct val="90000"/>
              </a:lnSpc>
              <a:buNone/>
              <a:defRPr sz="25000" b="0">
                <a:solidFill>
                  <a:schemeClr val="tx2"/>
                </a:solidFill>
                <a:latin typeface="+mj-lt"/>
                <a:cs typeface="Urdu Typesetting" panose="03020402040406030203" pitchFamily="66" charset="-78"/>
              </a:defRPr>
            </a:lvl1pPr>
          </a:lstStyle>
          <a:p>
            <a:pPr lvl="0"/>
            <a:r>
              <a:rPr lang="en-US"/>
              <a:t>##%</a:t>
            </a:r>
          </a:p>
        </p:txBody>
      </p:sp>
    </p:spTree>
    <p:extLst>
      <p:ext uri="{BB962C8B-B14F-4D97-AF65-F5344CB8AC3E}">
        <p14:creationId xmlns:p14="http://schemas.microsoft.com/office/powerpoint/2010/main" val="342582350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52600" y="365760"/>
            <a:ext cx="8686800" cy="5486400"/>
          </a:xfrm>
        </p:spPr>
        <p:txBody>
          <a:bodyPr anchor="ctr" anchorCtr="0">
            <a:noAutofit/>
          </a:bodyPr>
          <a:lstStyle>
            <a:lvl1pPr marL="0" indent="0" algn="ctr">
              <a:lnSpc>
                <a:spcPct val="80000"/>
              </a:lnSpc>
              <a:buNone/>
              <a:defRPr sz="6600" b="0" cap="all" baseline="0">
                <a:solidFill>
                  <a:schemeClr val="tx1"/>
                </a:solidFill>
                <a:latin typeface="+mj-lt"/>
                <a:cs typeface="Urdu Typesetting" panose="03020402040406030203" pitchFamily="66" charset="-78"/>
              </a:defRPr>
            </a:lvl1pPr>
            <a:lvl2pPr marL="228600" indent="0" algn="ctr">
              <a:lnSpc>
                <a:spcPct val="80000"/>
              </a:lnSpc>
              <a:buNone/>
              <a:defRPr sz="6000" b="0" cap="all" baseline="0">
                <a:solidFill>
                  <a:schemeClr val="tx1"/>
                </a:solidFill>
                <a:latin typeface="+mj-lt"/>
                <a:cs typeface="Urdu Typesetting" panose="03020402040406030203" pitchFamily="66" charset="-78"/>
              </a:defRPr>
            </a:lvl2pPr>
            <a:lvl3pPr marL="457200" indent="0" algn="ctr">
              <a:lnSpc>
                <a:spcPct val="80000"/>
              </a:lnSpc>
              <a:buNone/>
              <a:defRPr sz="5400" b="0" cap="all" baseline="0">
                <a:solidFill>
                  <a:schemeClr val="tx1"/>
                </a:solidFill>
                <a:latin typeface="+mj-lt"/>
                <a:cs typeface="Urdu Typesetting" panose="03020402040406030203" pitchFamily="66" charset="-78"/>
              </a:defRPr>
            </a:lvl3pPr>
            <a:lvl4pPr marL="685800" indent="0" algn="ctr">
              <a:lnSpc>
                <a:spcPct val="80000"/>
              </a:lnSpc>
              <a:buNone/>
              <a:defRPr sz="4800" b="0" cap="all" baseline="0">
                <a:solidFill>
                  <a:schemeClr val="tx1"/>
                </a:solidFill>
                <a:latin typeface="+mj-lt"/>
                <a:cs typeface="Urdu Typesetting" panose="03020402040406030203" pitchFamily="66" charset="-78"/>
              </a:defRPr>
            </a:lvl4pPr>
            <a:lvl5pPr marL="914400" indent="0" algn="ctr">
              <a:lnSpc>
                <a:spcPct val="80000"/>
              </a:lnSpc>
              <a:buNone/>
              <a:defRPr sz="4400" b="0" cap="all" baseline="0">
                <a:solidFill>
                  <a:schemeClr val="tx1"/>
                </a:solidFill>
                <a:latin typeface="+mj-lt"/>
                <a:cs typeface="Urdu Typesetting" panose="03020402040406030203" pitchFamily="66" charset="-78"/>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BC944B1-A93B-F147-9A5A-D2620572B4B1}" type="datetime1">
              <a:rPr lang="en-US" smtClean="0"/>
              <a:t>3/5/2026</a:t>
            </a:fld>
            <a:endParaRPr lang="en-US"/>
          </a:p>
        </p:txBody>
      </p:sp>
      <p:pic>
        <p:nvPicPr>
          <p:cNvPr id="10" name="Picture 9" descr="A blue and black image of two birds&#10;&#10;AI-generated content may be incorrect.">
            <a:extLst>
              <a:ext uri="{FF2B5EF4-FFF2-40B4-BE49-F238E27FC236}">
                <a16:creationId xmlns:a16="http://schemas.microsoft.com/office/drawing/2014/main" id="{296154C5-7B40-49CB-E343-73980D8C709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pic>
        <p:nvPicPr>
          <p:cNvPr id="12" name="Picture 11" descr="A blue leafy plant&#10;&#10;AI-generated content may be incorrect.">
            <a:extLst>
              <a:ext uri="{FF2B5EF4-FFF2-40B4-BE49-F238E27FC236}">
                <a16:creationId xmlns:a16="http://schemas.microsoft.com/office/drawing/2014/main" id="{C5608801-CE38-1990-EC36-5F382F3AC339}"/>
              </a:ext>
            </a:extLst>
          </p:cNvPr>
          <p:cNvPicPr>
            <a:picLocks noChangeAspect="1"/>
          </p:cNvPicPr>
          <p:nvPr/>
        </p:nvPicPr>
        <p:blipFill>
          <a:blip r:embed="rId3"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13" name="Picture 12" descr="A blue leaf on a black background&#10;&#10;AI-generated content may be incorrect.">
            <a:extLst>
              <a:ext uri="{FF2B5EF4-FFF2-40B4-BE49-F238E27FC236}">
                <a16:creationId xmlns:a16="http://schemas.microsoft.com/office/drawing/2014/main" id="{497485C4-99A6-761F-6BC9-2157F7BE1AB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spTree>
    <p:extLst>
      <p:ext uri="{BB962C8B-B14F-4D97-AF65-F5344CB8AC3E}">
        <p14:creationId xmlns:p14="http://schemas.microsoft.com/office/powerpoint/2010/main" val="15251851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4" name="Picture 3" descr="Blue leaves on a black background&#10;&#10;AI-generated content may be incorrect.">
            <a:extLst>
              <a:ext uri="{FF2B5EF4-FFF2-40B4-BE49-F238E27FC236}">
                <a16:creationId xmlns:a16="http://schemas.microsoft.com/office/drawing/2014/main" id="{FF848890-CE01-9C1B-6EF2-542D922D1ACF}"/>
              </a:ext>
            </a:extLst>
          </p:cNvPr>
          <p:cNvPicPr>
            <a:picLocks noChangeAspect="1"/>
          </p:cNvPicPr>
          <p:nvPr/>
        </p:nvPicPr>
        <p:blipFill>
          <a:blip r:embed="rId2"/>
          <a:stretch>
            <a:fillRect/>
          </a:stretch>
        </p:blipFill>
        <p:spPr>
          <a:xfrm flipH="1">
            <a:off x="0" y="0"/>
            <a:ext cx="7031307"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15024" y="1040528"/>
            <a:ext cx="5843035" cy="4572000"/>
          </a:xfrm>
        </p:spPr>
        <p:txBody>
          <a:bodyPr anchor="ctr" anchorCtr="0">
            <a:normAutofit/>
          </a:bodyPr>
          <a:lstStyle>
            <a:lvl1pPr marL="0" indent="0">
              <a:lnSpc>
                <a:spcPct val="80000"/>
              </a:lnSpc>
              <a:buNone/>
              <a:defRPr sz="4800" b="0" cap="all" baseline="0">
                <a:solidFill>
                  <a:schemeClr val="tx2"/>
                </a:solidFill>
                <a:latin typeface="+mj-lt"/>
                <a:cs typeface="Urdu Typesetting" panose="03020402040406030203" pitchFamily="66" charset="-78"/>
              </a:defRPr>
            </a:lvl1pPr>
            <a:lvl2pPr marL="228600" indent="0">
              <a:lnSpc>
                <a:spcPct val="80000"/>
              </a:lnSpc>
              <a:buNone/>
              <a:defRPr sz="4400" b="0" cap="all" baseline="0">
                <a:solidFill>
                  <a:schemeClr val="tx2"/>
                </a:solidFill>
                <a:latin typeface="+mj-lt"/>
                <a:cs typeface="Urdu Typesetting" panose="03020402040406030203" pitchFamily="66" charset="-78"/>
              </a:defRPr>
            </a:lvl2pPr>
            <a:lvl3pPr marL="457200" indent="0">
              <a:lnSpc>
                <a:spcPct val="80000"/>
              </a:lnSpc>
              <a:buNone/>
              <a:defRPr sz="4000" b="0" cap="all" baseline="0">
                <a:solidFill>
                  <a:schemeClr val="tx2"/>
                </a:solidFill>
                <a:latin typeface="+mj-lt"/>
                <a:cs typeface="Urdu Typesetting" panose="03020402040406030203" pitchFamily="66" charset="-78"/>
              </a:defRPr>
            </a:lvl3pPr>
            <a:lvl4pPr marL="685800" indent="0">
              <a:lnSpc>
                <a:spcPct val="80000"/>
              </a:lnSpc>
              <a:buNone/>
              <a:defRPr sz="3600" b="0" cap="all" baseline="0">
                <a:solidFill>
                  <a:schemeClr val="tx2"/>
                </a:solidFill>
                <a:latin typeface="+mj-lt"/>
                <a:cs typeface="Urdu Typesetting" panose="03020402040406030203" pitchFamily="66" charset="-78"/>
              </a:defRPr>
            </a:lvl4pPr>
            <a:lvl5pPr marL="914400" indent="0">
              <a:lnSpc>
                <a:spcPct val="80000"/>
              </a:lnSpc>
              <a:buNone/>
              <a:defRPr sz="3200" b="0" cap="all" baseline="0">
                <a:solidFill>
                  <a:schemeClr val="tx2"/>
                </a:solidFill>
                <a:latin typeface="+mj-lt"/>
                <a:cs typeface="Urdu Typesetting" panose="03020402040406030203" pitchFamily="66" charset="-78"/>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06113494"/>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0B913-2D3E-D2F1-2DC5-E8D1EB38E455}"/>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822960" y="1280160"/>
            <a:ext cx="10515600" cy="4114800"/>
          </a:xfrm>
        </p:spPr>
        <p:txBody>
          <a:bodyPr anchor="ctr">
            <a:noAutofit/>
          </a:bodyPr>
          <a:lstStyle>
            <a:lvl1pPr marL="0" indent="0">
              <a:lnSpc>
                <a:spcPct val="80000"/>
              </a:lnSpc>
              <a:buNone/>
              <a:defRPr sz="6600" b="0" cap="all" baseline="0">
                <a:solidFill>
                  <a:schemeClr val="tx1"/>
                </a:solidFill>
                <a:latin typeface="+mj-lt"/>
                <a:cs typeface="Urdu Typesetting" panose="03020402040406030203" pitchFamily="66" charset="-78"/>
              </a:defRPr>
            </a:lvl1pPr>
            <a:lvl2pPr marL="228600" indent="0">
              <a:lnSpc>
                <a:spcPct val="80000"/>
              </a:lnSpc>
              <a:buNone/>
              <a:defRPr sz="6600" b="0" cap="all" baseline="0">
                <a:solidFill>
                  <a:schemeClr val="tx1"/>
                </a:solidFill>
                <a:latin typeface="+mj-lt"/>
                <a:cs typeface="Urdu Typesetting" panose="03020402040406030203" pitchFamily="66" charset="-78"/>
              </a:defRPr>
            </a:lvl2pPr>
            <a:lvl3pPr marL="457200" indent="0">
              <a:lnSpc>
                <a:spcPct val="80000"/>
              </a:lnSpc>
              <a:buNone/>
              <a:defRPr sz="6600" b="0" cap="all" baseline="0">
                <a:solidFill>
                  <a:schemeClr val="tx1"/>
                </a:solidFill>
                <a:latin typeface="+mj-lt"/>
                <a:cs typeface="Urdu Typesetting" panose="03020402040406030203" pitchFamily="66" charset="-78"/>
              </a:defRPr>
            </a:lvl3pPr>
            <a:lvl4pPr marL="685800" indent="0">
              <a:lnSpc>
                <a:spcPct val="80000"/>
              </a:lnSpc>
              <a:buNone/>
              <a:defRPr sz="6600" b="0" cap="all" baseline="0">
                <a:solidFill>
                  <a:schemeClr val="tx1"/>
                </a:solidFill>
                <a:latin typeface="+mj-lt"/>
                <a:cs typeface="Urdu Typesetting" panose="03020402040406030203" pitchFamily="66" charset="-78"/>
              </a:defRPr>
            </a:lvl4pPr>
            <a:lvl5pPr marL="914400" indent="0">
              <a:lnSpc>
                <a:spcPct val="80000"/>
              </a:lnSpc>
              <a:buNone/>
              <a:defRPr sz="6600" b="0" cap="all" baseline="0">
                <a:solidFill>
                  <a:schemeClr val="tx1"/>
                </a:solidFill>
                <a:latin typeface="+mj-lt"/>
                <a:cs typeface="Urdu Typesetting" panose="03020402040406030203" pitchFamily="66" charset="-78"/>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D5A1C0D-A5B5-3D43-825A-85FAF7F7BC22}" type="datetime1">
              <a:rPr lang="en-US" smtClean="0"/>
              <a:t>3/5/2026</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1CCED1F3-3CEB-D840-3519-74AC605E8D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20651230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9" name="Picture 8" descr="Blue leaves on a black background&#10;&#10;AI-generated content may be incorrect.">
            <a:extLst>
              <a:ext uri="{FF2B5EF4-FFF2-40B4-BE49-F238E27FC236}">
                <a16:creationId xmlns:a16="http://schemas.microsoft.com/office/drawing/2014/main" id="{D25D851B-A4D3-5C99-951A-68207FA26812}"/>
              </a:ext>
            </a:extLst>
          </p:cNvPr>
          <p:cNvPicPr>
            <a:picLocks noChangeAspect="1"/>
          </p:cNvPicPr>
          <p:nvPr/>
        </p:nvPicPr>
        <p:blipFill>
          <a:blip r:embed="rId2"/>
          <a:stretch>
            <a:fillRect/>
          </a:stretch>
        </p:blipFill>
        <p:spPr>
          <a:xfrm>
            <a:off x="5160693" y="0"/>
            <a:ext cx="703130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57200" y="5195516"/>
            <a:ext cx="576072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0" y="457200"/>
            <a:ext cx="5760720" cy="4579422"/>
          </a:xfrm>
        </p:spPr>
        <p:txBody>
          <a:bodyPr anchor="ctr" anchorCtr="0">
            <a:normAutofit/>
          </a:bodyPr>
          <a:lstStyle>
            <a:lvl1pPr marL="0" indent="-164592">
              <a:lnSpc>
                <a:spcPct val="80000"/>
              </a:lnSpc>
              <a:spcBef>
                <a:spcPts val="0"/>
              </a:spcBef>
              <a:buNone/>
              <a:defRPr sz="4400" cap="all" spc="0" baseline="0">
                <a:latin typeface="+mj-lt"/>
                <a:cs typeface="Urdu Typesetting" panose="03020402040406030203" pitchFamily="66" charset="-78"/>
              </a:defRPr>
            </a:lvl1pPr>
          </a:lstStyle>
          <a:p>
            <a:pPr lvl="0"/>
            <a:r>
              <a:rPr lang="en-US" dirty="0"/>
              <a:t>Click to add Quote</a:t>
            </a:r>
          </a:p>
        </p:txBody>
      </p:sp>
    </p:spTree>
    <p:extLst>
      <p:ext uri="{BB962C8B-B14F-4D97-AF65-F5344CB8AC3E}">
        <p14:creationId xmlns:p14="http://schemas.microsoft.com/office/powerpoint/2010/main" val="13179664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689600" y="4941517"/>
            <a:ext cx="558800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689600" y="1049867"/>
            <a:ext cx="5588000" cy="3657597"/>
          </a:xfrm>
        </p:spPr>
        <p:txBody>
          <a:bodyPr anchor="ctr" anchorCtr="0">
            <a:normAutofit/>
          </a:bodyPr>
          <a:lstStyle>
            <a:lvl1pPr marL="0" indent="-164592">
              <a:lnSpc>
                <a:spcPct val="80000"/>
              </a:lnSpc>
              <a:spcBef>
                <a:spcPts val="0"/>
              </a:spcBef>
              <a:buNone/>
              <a:defRPr sz="4800" cap="all" spc="0" baseline="0">
                <a:latin typeface="+mj-lt"/>
                <a:cs typeface="Urdu Typesetting" panose="03020402040406030203" pitchFamily="66" charset="-78"/>
              </a:defRPr>
            </a:lvl1pPr>
          </a:lstStyle>
          <a:p>
            <a:pPr lvl="0"/>
            <a:r>
              <a:rPr lang="en-US" dirty="0"/>
              <a:t>Click to add Quote</a:t>
            </a:r>
          </a:p>
        </p:txBody>
      </p:sp>
      <p:sp>
        <p:nvSpPr>
          <p:cNvPr id="11" name="Slide Number Placeholder 10">
            <a:extLst>
              <a:ext uri="{FF2B5EF4-FFF2-40B4-BE49-F238E27FC236}">
                <a16:creationId xmlns:a16="http://schemas.microsoft.com/office/drawing/2014/main" id="{72D73AE9-869B-7BF3-50A5-234196163F7D}"/>
              </a:ext>
            </a:extLst>
          </p:cNvPr>
          <p:cNvSpPr>
            <a:spLocks noGrp="1"/>
          </p:cNvSpPr>
          <p:nvPr>
            <p:ph type="sldNum" sz="quarter" idx="16"/>
          </p:nvPr>
        </p:nvSpPr>
        <p:spPr/>
        <p:txBody>
          <a:bodyPr/>
          <a:lstStyle/>
          <a:p>
            <a:fld id="{40B778AE-8D30-EC43-B255-420E7914C179}" type="slidenum">
              <a:rPr lang="en-US" smtClean="0"/>
              <a:pPr/>
              <a:t>‹#›</a:t>
            </a:fld>
            <a:endParaRPr lang="en-US"/>
          </a:p>
        </p:txBody>
      </p:sp>
      <p:sp>
        <p:nvSpPr>
          <p:cNvPr id="10" name="Footer Placeholder 9">
            <a:extLst>
              <a:ext uri="{FF2B5EF4-FFF2-40B4-BE49-F238E27FC236}">
                <a16:creationId xmlns:a16="http://schemas.microsoft.com/office/drawing/2014/main" id="{E3FEB0EA-071D-4499-B42D-F2B8EA05084E}"/>
              </a:ext>
            </a:extLst>
          </p:cNvPr>
          <p:cNvSpPr>
            <a:spLocks noGrp="1"/>
          </p:cNvSpPr>
          <p:nvPr>
            <p:ph type="ftr" sz="quarter" idx="15"/>
          </p:nvPr>
        </p:nvSpPr>
        <p:spPr/>
        <p:txBody>
          <a:bodyPr/>
          <a:lstStyle/>
          <a:p>
            <a:r>
              <a:rPr lang="en-US"/>
              <a:t>Presentation title</a:t>
            </a:r>
          </a:p>
        </p:txBody>
      </p:sp>
      <p:sp>
        <p:nvSpPr>
          <p:cNvPr id="9" name="Date Placeholder 8">
            <a:extLst>
              <a:ext uri="{FF2B5EF4-FFF2-40B4-BE49-F238E27FC236}">
                <a16:creationId xmlns:a16="http://schemas.microsoft.com/office/drawing/2014/main" id="{1B50E06B-939B-0AAF-0ECC-655004CFE61E}"/>
              </a:ext>
            </a:extLst>
          </p:cNvPr>
          <p:cNvSpPr>
            <a:spLocks noGrp="1"/>
          </p:cNvSpPr>
          <p:nvPr>
            <p:ph type="dt" sz="half" idx="14"/>
          </p:nvPr>
        </p:nvSpPr>
        <p:spPr/>
        <p:txBody>
          <a:bodyPr/>
          <a:lstStyle/>
          <a:p>
            <a:fld id="{D77E73F5-CCA3-444E-8B15-361BEE3A4343}" type="datetime1">
              <a:rPr lang="en-US" smtClean="0"/>
              <a:t>3/5/2026</a:t>
            </a:fld>
            <a:endParaRPr lang="en-US"/>
          </a:p>
        </p:txBody>
      </p:sp>
      <p:pic>
        <p:nvPicPr>
          <p:cNvPr id="4" name="Picture 3" descr="A lemon on a branch&#10;&#10;AI-generated content may be incorrect.">
            <a:extLst>
              <a:ext uri="{FF2B5EF4-FFF2-40B4-BE49-F238E27FC236}">
                <a16:creationId xmlns:a16="http://schemas.microsoft.com/office/drawing/2014/main" id="{6C8943F9-BACC-FB6D-553E-E3ABEBDAF8F4}"/>
              </a:ext>
            </a:extLst>
          </p:cNvPr>
          <p:cNvPicPr>
            <a:picLocks noChangeAspect="1"/>
          </p:cNvPicPr>
          <p:nvPr/>
        </p:nvPicPr>
        <p:blipFill>
          <a:blip r:embed="rId2"/>
          <a:stretch>
            <a:fillRect/>
          </a:stretch>
        </p:blipFill>
        <p:spPr>
          <a:xfrm>
            <a:off x="809077" y="935877"/>
            <a:ext cx="4131220" cy="4645152"/>
          </a:xfrm>
          <a:prstGeom prst="rect">
            <a:avLst/>
          </a:prstGeom>
        </p:spPr>
      </p:pic>
    </p:spTree>
    <p:extLst>
      <p:ext uri="{BB962C8B-B14F-4D97-AF65-F5344CB8AC3E}">
        <p14:creationId xmlns:p14="http://schemas.microsoft.com/office/powerpoint/2010/main" val="15684339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209800" y="4955722"/>
            <a:ext cx="7772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209800" y="1344168"/>
            <a:ext cx="777240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dirty="0"/>
              <a:t>Click to add Quote</a:t>
            </a:r>
          </a:p>
        </p:txBody>
      </p:sp>
      <p:pic>
        <p:nvPicPr>
          <p:cNvPr id="10" name="Picture 9" descr="A blue leaf on a black background&#10;&#10;AI-generated content may be incorrect.">
            <a:extLst>
              <a:ext uri="{FF2B5EF4-FFF2-40B4-BE49-F238E27FC236}">
                <a16:creationId xmlns:a16="http://schemas.microsoft.com/office/drawing/2014/main" id="{E1FAE426-B259-9B7E-DA6B-E052E1FCE6B2}"/>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1" name="Picture 10" descr="Blue leaves on a black background&#10;&#10;AI-generated content may be incorrect.">
            <a:extLst>
              <a:ext uri="{FF2B5EF4-FFF2-40B4-BE49-F238E27FC236}">
                <a16:creationId xmlns:a16="http://schemas.microsoft.com/office/drawing/2014/main" id="{0A0E2D79-EB43-8B87-7AC2-A0043A5E3F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2" name="Picture 11" descr="Blue leaves on a black background&#10;&#10;AI-generated content may be incorrect.">
            <a:extLst>
              <a:ext uri="{FF2B5EF4-FFF2-40B4-BE49-F238E27FC236}">
                <a16:creationId xmlns:a16="http://schemas.microsoft.com/office/drawing/2014/main" id="{7373C030-FF01-D4D1-E8D8-0EE4E6036E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5571043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pic>
        <p:nvPicPr>
          <p:cNvPr id="12" name="Picture 11" descr="Blue leaves in a circle&#10;&#10;AI-generated content may be incorrect.">
            <a:extLst>
              <a:ext uri="{FF2B5EF4-FFF2-40B4-BE49-F238E27FC236}">
                <a16:creationId xmlns:a16="http://schemas.microsoft.com/office/drawing/2014/main" id="{E981F3B3-629F-D680-2DF2-E8D2A2A6BC26}"/>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352800" y="4782298"/>
            <a:ext cx="5486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804160" y="1344168"/>
            <a:ext cx="658368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dirty="0"/>
              <a:t>Click to add Quote</a:t>
            </a:r>
          </a:p>
        </p:txBody>
      </p:sp>
    </p:spTree>
    <p:extLst>
      <p:ext uri="{BB962C8B-B14F-4D97-AF65-F5344CB8AC3E}">
        <p14:creationId xmlns:p14="http://schemas.microsoft.com/office/powerpoint/2010/main" val="30339491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60374-D5A7-578F-94DF-B3AE40A63D76}"/>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A60FC988-C014-CA7D-7F26-4EDC15295517}"/>
              </a:ext>
            </a:extLst>
          </p:cNvPr>
          <p:cNvSpPr>
            <a:spLocks noGrp="1"/>
          </p:cNvSpPr>
          <p:nvPr>
            <p:ph type="title" hasCustomPrompt="1"/>
          </p:nvPr>
        </p:nvSpPr>
        <p:spPr>
          <a:xfrm>
            <a:off x="2579838" y="4553078"/>
            <a:ext cx="5638800" cy="788610"/>
          </a:xfrm>
        </p:spPr>
        <p:txBody>
          <a:bodyPr/>
          <a:lstStyle>
            <a:lvl1pPr>
              <a:lnSpc>
                <a:spcPct val="120000"/>
              </a:lnSpc>
              <a:defRPr sz="1800" spc="100" baseline="0">
                <a:latin typeface="+mn-lt"/>
              </a:defRPr>
            </a:lvl1pPr>
          </a:lstStyle>
          <a:p>
            <a:r>
              <a:rPr lang="en-US" dirty="0"/>
              <a:t>Quote Author</a:t>
            </a:r>
          </a:p>
        </p:txBody>
      </p:sp>
      <p:sp>
        <p:nvSpPr>
          <p:cNvPr id="13" name="Content Placeholder 12">
            <a:extLst>
              <a:ext uri="{FF2B5EF4-FFF2-40B4-BE49-F238E27FC236}">
                <a16:creationId xmlns:a16="http://schemas.microsoft.com/office/drawing/2014/main" id="{F4BC7C1D-C941-64F4-959E-B9487BF4CD0A}"/>
              </a:ext>
            </a:extLst>
          </p:cNvPr>
          <p:cNvSpPr>
            <a:spLocks noGrp="1"/>
          </p:cNvSpPr>
          <p:nvPr>
            <p:ph sz="quarter" idx="14" hasCustomPrompt="1"/>
          </p:nvPr>
        </p:nvSpPr>
        <p:spPr>
          <a:xfrm>
            <a:off x="2579837" y="1047879"/>
            <a:ext cx="8483601" cy="3371850"/>
          </a:xfrm>
        </p:spPr>
        <p:txBody>
          <a:bodyPr anchor="ctr"/>
          <a:lstStyle>
            <a:lvl1pPr indent="0">
              <a:lnSpc>
                <a:spcPct val="80000"/>
              </a:lnSpc>
              <a:buNone/>
              <a:defRPr sz="5400" cap="all" baseline="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51628BD-4B0C-2949-B92B-496E78197D17}" type="datetime1">
              <a:rPr lang="en-US" smtClean="0"/>
              <a:t>3/5/2026</a:t>
            </a:fld>
            <a:endParaRPr lang="en-US"/>
          </a:p>
        </p:txBody>
      </p:sp>
      <p:pic>
        <p:nvPicPr>
          <p:cNvPr id="9" name="Picture 8" descr="Blue leaves on a black background&#10;&#10;AI-generated content may be incorrect.">
            <a:extLst>
              <a:ext uri="{FF2B5EF4-FFF2-40B4-BE49-F238E27FC236}">
                <a16:creationId xmlns:a16="http://schemas.microsoft.com/office/drawing/2014/main" id="{AD9087A2-9DF4-E9FD-70DE-819B7480EA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3234768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3" name="Picture 2" descr="A blue leaf on a black background&#10;&#10;AI-generated content may be incorrect.">
            <a:extLst>
              <a:ext uri="{FF2B5EF4-FFF2-40B4-BE49-F238E27FC236}">
                <a16:creationId xmlns:a16="http://schemas.microsoft.com/office/drawing/2014/main" id="{2980446A-4C51-EF2C-7912-750EC8808760}"/>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H="1">
            <a:off x="7315200" y="-1"/>
            <a:ext cx="3361254" cy="1034177"/>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034176"/>
            <a:ext cx="11300859" cy="1388984"/>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200" y="2651760"/>
            <a:ext cx="1130086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36E4B0-8B14-9B4C-A31A-5987B81B3FF3}" type="datetime1">
              <a:rPr lang="en-US" smtClean="0"/>
              <a:t>3/5/2026</a:t>
            </a:fld>
            <a:endParaRPr lang="en-US"/>
          </a:p>
        </p:txBody>
      </p:sp>
    </p:spTree>
    <p:extLst>
      <p:ext uri="{BB962C8B-B14F-4D97-AF65-F5344CB8AC3E}">
        <p14:creationId xmlns:p14="http://schemas.microsoft.com/office/powerpoint/2010/main" val="35953185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C57870-6258-3787-62B9-78CC66A2B053}"/>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4400" y="914400"/>
            <a:ext cx="10332720" cy="1371600"/>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914400" y="2651760"/>
            <a:ext cx="1033272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C36A54-899C-E541-8E52-4AB7D9961575}" type="datetime1">
              <a:rPr lang="en-US" smtClean="0"/>
              <a:t>3/5/2026</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DF688FE8-69D4-9BEF-4BAA-95000B6B06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4158274" y="5524901"/>
            <a:ext cx="6065596" cy="1333098"/>
          </a:xfrm>
          <a:prstGeom prst="rect">
            <a:avLst/>
          </a:prstGeom>
        </p:spPr>
      </p:pic>
    </p:spTree>
    <p:extLst>
      <p:ext uri="{BB962C8B-B14F-4D97-AF65-F5344CB8AC3E}">
        <p14:creationId xmlns:p14="http://schemas.microsoft.com/office/powerpoint/2010/main" val="11557634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5486400" cy="2514600"/>
          </a:xfrm>
        </p:spPr>
        <p:txBody>
          <a:bodyPr anchor="b" anchorCtr="0">
            <a:no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82336"/>
            <a:ext cx="5486400" cy="2318402"/>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C7A4A97-A7C4-9F40-8A0A-FE5948AA7EAD}" type="datetime1">
              <a:rPr lang="en-US" smtClean="0"/>
              <a:t>3/5/2026</a:t>
            </a:fld>
            <a:endParaRPr lang="en-US"/>
          </a:p>
        </p:txBody>
      </p:sp>
      <p:sp>
        <p:nvSpPr>
          <p:cNvPr id="9" name="Rectangle 8">
            <a:extLst>
              <a:ext uri="{FF2B5EF4-FFF2-40B4-BE49-F238E27FC236}">
                <a16:creationId xmlns:a16="http://schemas.microsoft.com/office/drawing/2014/main" id="{4D38A79B-2A35-A3D9-A7ED-DE7607A5B87F}"/>
              </a:ext>
            </a:extLst>
          </p:cNvPr>
          <p:cNvSpPr/>
          <p:nvPr/>
        </p:nvSpPr>
        <p:spPr>
          <a:xfrm>
            <a:off x="7383790"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lemon on a branch&#10;&#10;AI-generated content may be incorrect.">
            <a:extLst>
              <a:ext uri="{FF2B5EF4-FFF2-40B4-BE49-F238E27FC236}">
                <a16:creationId xmlns:a16="http://schemas.microsoft.com/office/drawing/2014/main" id="{BCAD1063-90DD-E1BB-B6C8-CF21479CD3B5}"/>
              </a:ext>
            </a:extLst>
          </p:cNvPr>
          <p:cNvPicPr>
            <a:picLocks noChangeAspect="1"/>
          </p:cNvPicPr>
          <p:nvPr/>
        </p:nvPicPr>
        <p:blipFill>
          <a:blip r:embed="rId2"/>
          <a:stretch>
            <a:fillRect/>
          </a:stretch>
        </p:blipFill>
        <p:spPr>
          <a:xfrm>
            <a:off x="7042114" y="553212"/>
            <a:ext cx="4911923" cy="5522976"/>
          </a:xfrm>
          <a:prstGeom prst="rect">
            <a:avLst/>
          </a:prstGeom>
        </p:spPr>
      </p:pic>
    </p:spTree>
    <p:extLst>
      <p:ext uri="{BB962C8B-B14F-4D97-AF65-F5344CB8AC3E}">
        <p14:creationId xmlns:p14="http://schemas.microsoft.com/office/powerpoint/2010/main" val="11538637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31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2CCCE39-E894-AE4B-8297-21AAF0EFFD0A}" type="datetime1">
              <a:rPr lang="en-US" smtClean="0"/>
              <a:t>3/5/2026</a:t>
            </a:fld>
            <a:endParaRPr lang="en-US"/>
          </a:p>
        </p:txBody>
      </p:sp>
    </p:spTree>
    <p:extLst>
      <p:ext uri="{BB962C8B-B14F-4D97-AF65-F5344CB8AC3E}">
        <p14:creationId xmlns:p14="http://schemas.microsoft.com/office/powerpoint/2010/main" val="1748585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3736"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3631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C2DDF8A-0D91-364D-A077-5FA6DB0BF384}" type="datetime1">
              <a:rPr lang="en-US" smtClean="0"/>
              <a:t>3/5/2026</a:t>
            </a:fld>
            <a:endParaRPr lang="en-US"/>
          </a:p>
        </p:txBody>
      </p:sp>
    </p:spTree>
    <p:extLst>
      <p:ext uri="{BB962C8B-B14F-4D97-AF65-F5344CB8AC3E}">
        <p14:creationId xmlns:p14="http://schemas.microsoft.com/office/powerpoint/2010/main" val="27177710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1274552" cy="914400"/>
          </a:xfrm>
        </p:spPr>
        <p:txBody>
          <a:bodyPr anchor="b" anchorCtr="0"/>
          <a:lstStyle/>
          <a:p>
            <a:r>
              <a:rPr lang="en-US"/>
              <a:t>Click to edit Master title style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2360C67-8BBF-6B4F-9B47-BDE666336AA6}" type="datetime1">
              <a:rPr lang="en-US" smtClean="0"/>
              <a:t>3/5/2026</a:t>
            </a:fld>
            <a:endParaRPr lang="en-US"/>
          </a:p>
        </p:txBody>
      </p:sp>
    </p:spTree>
    <p:extLst>
      <p:ext uri="{BB962C8B-B14F-4D97-AF65-F5344CB8AC3E}">
        <p14:creationId xmlns:p14="http://schemas.microsoft.com/office/powerpoint/2010/main" val="35355195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DE4A657-91FB-5045-886C-E8C9E2D0FBD3}" type="datetime1">
              <a:rPr lang="en-US" smtClean="0"/>
              <a:t>3/5/2026</a:t>
            </a:fld>
            <a:endParaRPr lang="en-US"/>
          </a:p>
        </p:txBody>
      </p:sp>
    </p:spTree>
    <p:extLst>
      <p:ext uri="{BB962C8B-B14F-4D97-AF65-F5344CB8AC3E}">
        <p14:creationId xmlns:p14="http://schemas.microsoft.com/office/powerpoint/2010/main" val="4906432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4297680"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590800"/>
            <a:ext cx="4297680" cy="3291840"/>
          </a:xfrm>
        </p:spPr>
        <p:txBody>
          <a:bodyPr anchor="t">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0"/>
            <a:ext cx="6645812" cy="53949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8EC984-B3DE-9046-AFE2-DCA5A31E4617}" type="datetime1">
              <a:rPr lang="en-US" smtClean="0"/>
              <a:t>3/5/2026</a:t>
            </a:fld>
            <a:endParaRPr lang="en-US"/>
          </a:p>
        </p:txBody>
      </p:sp>
    </p:spTree>
    <p:extLst>
      <p:ext uri="{BB962C8B-B14F-4D97-AF65-F5344CB8AC3E}">
        <p14:creationId xmlns:p14="http://schemas.microsoft.com/office/powerpoint/2010/main" val="28896124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5849492-8CEA-1782-4908-C537B7CD0034}"/>
              </a:ext>
            </a:extLst>
          </p:cNvPr>
          <p:cNvSpPr/>
          <p:nvPr/>
        </p:nvSpPr>
        <p:spPr>
          <a:xfrm>
            <a:off x="4659682" y="-1"/>
            <a:ext cx="7532318"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788700"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2826137"/>
            <a:ext cx="3778112" cy="3017520"/>
          </a:xfrm>
        </p:spPr>
        <p:txBody>
          <a:bodyPr anchor="b">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09077" y="6126480"/>
            <a:ext cx="2377440" cy="365125"/>
          </a:xfr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186517" y="6126480"/>
            <a:ext cx="1039521" cy="365125"/>
          </a:xfrm>
        </p:spPr>
        <p:txBody>
          <a:bodyPr/>
          <a:lstStyle/>
          <a:p>
            <a:fld id="{0265947F-1BAF-0347-867A-BE413595A34D}" type="datetime1">
              <a:rPr lang="en-US" smtClean="0"/>
              <a:t>3/5/2026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hasCustomPrompt="1"/>
          </p:nvPr>
        </p:nvSpPr>
        <p:spPr>
          <a:xfrm>
            <a:off x="5073465" y="457200"/>
            <a:ext cx="6704753" cy="59436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26193682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69C9E-5EF9-BB75-4627-4DC5CC696A43}"/>
              </a:ext>
            </a:extLst>
          </p:cNvPr>
          <p:cNvSpPr>
            <a:spLocks noGrp="1"/>
          </p:cNvSpPr>
          <p:nvPr>
            <p:ph type="title"/>
          </p:nvPr>
        </p:nvSpPr>
        <p:spPr>
          <a:xfrm>
            <a:off x="411480" y="365125"/>
            <a:ext cx="1134658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A82400-D5E7-A68D-169F-2E18AE06F566}"/>
              </a:ext>
            </a:extLst>
          </p:cNvPr>
          <p:cNvSpPr>
            <a:spLocks noGrp="1"/>
          </p:cNvSpPr>
          <p:nvPr>
            <p:ph type="body" idx="1"/>
          </p:nvPr>
        </p:nvSpPr>
        <p:spPr>
          <a:xfrm>
            <a:off x="411480" y="1825625"/>
            <a:ext cx="11346580" cy="40233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E0FF041-44CD-B171-7760-9BD4A44AFC5C}"/>
              </a:ext>
            </a:extLst>
          </p:cNvPr>
          <p:cNvSpPr>
            <a:spLocks noGrp="1"/>
          </p:cNvSpPr>
          <p:nvPr>
            <p:ph type="sldNum" sz="quarter" idx="4"/>
          </p:nvPr>
        </p:nvSpPr>
        <p:spPr>
          <a:xfrm>
            <a:off x="411480" y="6126480"/>
            <a:ext cx="365760" cy="365125"/>
          </a:xfrm>
          <a:prstGeom prst="rect">
            <a:avLst/>
          </a:prstGeom>
        </p:spPr>
        <p:txBody>
          <a:bodyPr vert="horz" lIns="91440" tIns="45720" rIns="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40B778AE-8D30-EC43-B255-420E7914C179}" type="slidenum">
              <a:rPr lang="en-US" smtClean="0"/>
              <a:pPr/>
              <a:t>‹#›</a:t>
            </a:fld>
            <a:endParaRPr lang="en-US"/>
          </a:p>
        </p:txBody>
      </p:sp>
      <p:sp>
        <p:nvSpPr>
          <p:cNvPr id="5" name="Footer Placeholder 4">
            <a:extLst>
              <a:ext uri="{FF2B5EF4-FFF2-40B4-BE49-F238E27FC236}">
                <a16:creationId xmlns:a16="http://schemas.microsoft.com/office/drawing/2014/main" id="{A7F78213-F4F4-5A28-3082-98832654612D}"/>
              </a:ext>
            </a:extLst>
          </p:cNvPr>
          <p:cNvSpPr>
            <a:spLocks noGrp="1"/>
          </p:cNvSpPr>
          <p:nvPr>
            <p:ph type="ftr" sz="quarter" idx="3"/>
          </p:nvPr>
        </p:nvSpPr>
        <p:spPr>
          <a:xfrm>
            <a:off x="809077" y="6126480"/>
            <a:ext cx="3698529" cy="365125"/>
          </a:xfrm>
          <a:prstGeom prst="rect">
            <a:avLst/>
          </a:prstGeom>
        </p:spPr>
        <p:txBody>
          <a:bodyPr vert="horz" lIns="0" tIns="45720" rIns="9144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Presentation title</a:t>
            </a:r>
          </a:p>
        </p:txBody>
      </p:sp>
      <p:sp>
        <p:nvSpPr>
          <p:cNvPr id="4" name="Date Placeholder 3">
            <a:extLst>
              <a:ext uri="{FF2B5EF4-FFF2-40B4-BE49-F238E27FC236}">
                <a16:creationId xmlns:a16="http://schemas.microsoft.com/office/drawing/2014/main" id="{3472940C-5E99-C9E6-92A2-229FA878BDC2}"/>
              </a:ext>
            </a:extLst>
          </p:cNvPr>
          <p:cNvSpPr>
            <a:spLocks noGrp="1"/>
          </p:cNvSpPr>
          <p:nvPr>
            <p:ph type="dt" sz="half" idx="2"/>
          </p:nvPr>
        </p:nvSpPr>
        <p:spPr>
          <a:xfrm>
            <a:off x="9684913" y="6126480"/>
            <a:ext cx="2073147" cy="365125"/>
          </a:xfrm>
          <a:prstGeom prst="rect">
            <a:avLst/>
          </a:prstGeom>
        </p:spPr>
        <p:txBody>
          <a:bodyPr vert="horz" lIns="91440" tIns="45720" rIns="91440" bIns="45720" rtlCol="0" anchor="ctr"/>
          <a:lstStyle>
            <a:lvl1pPr algn="r"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F58F0028-8822-3F46-9369-4E11A89384E5}" type="datetime1">
              <a:rPr lang="en-US" smtClean="0"/>
              <a:pPr/>
              <a:t>3/5/2026</a:t>
            </a:fld>
            <a:endParaRPr lang="en-US"/>
          </a:p>
        </p:txBody>
      </p:sp>
      <p:sp>
        <p:nvSpPr>
          <p:cNvPr id="11" name="Freeform 10" hidden="1">
            <a:extLst>
              <a:ext uri="{FF2B5EF4-FFF2-40B4-BE49-F238E27FC236}">
                <a16:creationId xmlns:a16="http://schemas.microsoft.com/office/drawing/2014/main" id="{AD19C17A-2059-B291-5686-A6EE57749BBE}"/>
              </a:ext>
            </a:extLst>
          </p:cNvPr>
          <p:cNvSpPr>
            <a:spLocks noGrp="1" noRot="1" noMove="1" noResize="1" noEditPoints="1" noAdjustHandles="1" noChangeArrowheads="1" noChangeShapeType="1"/>
          </p:cNvSpPr>
          <p:nvPr/>
        </p:nvSpPr>
        <p:spPr>
          <a:xfrm>
            <a:off x="0" y="0"/>
            <a:ext cx="12192000" cy="6858000"/>
          </a:xfrm>
          <a:custGeom>
            <a:avLst/>
            <a:gdLst>
              <a:gd name="csX0" fmla="*/ 457200 w 12192000"/>
              <a:gd name="csY0" fmla="*/ 457200 h 6858000"/>
              <a:gd name="csX1" fmla="*/ 457200 w 12192000"/>
              <a:gd name="csY1" fmla="*/ 6400800 h 6858000"/>
              <a:gd name="csX2" fmla="*/ 11734800 w 12192000"/>
              <a:gd name="csY2" fmla="*/ 6400800 h 6858000"/>
              <a:gd name="csX3" fmla="*/ 11734800 w 12192000"/>
              <a:gd name="csY3" fmla="*/ 457200 h 6858000"/>
              <a:gd name="csX4" fmla="*/ 0 w 12192000"/>
              <a:gd name="csY4" fmla="*/ 0 h 6858000"/>
              <a:gd name="csX5" fmla="*/ 457200 w 12192000"/>
              <a:gd name="csY5" fmla="*/ 0 h 6858000"/>
              <a:gd name="csX6" fmla="*/ 457200 w 12192000"/>
              <a:gd name="csY6" fmla="*/ 0 h 6858000"/>
              <a:gd name="csX7" fmla="*/ 12190476 w 12192000"/>
              <a:gd name="csY7" fmla="*/ 0 h 6858000"/>
              <a:gd name="csX8" fmla="*/ 12190476 w 12192000"/>
              <a:gd name="csY8" fmla="*/ 0 h 6858000"/>
              <a:gd name="csX9" fmla="*/ 12192000 w 12192000"/>
              <a:gd name="csY9" fmla="*/ 0 h 6858000"/>
              <a:gd name="csX10" fmla="*/ 12192000 w 12192000"/>
              <a:gd name="csY10" fmla="*/ 6858000 h 6858000"/>
              <a:gd name="csX11" fmla="*/ 12190476 w 12192000"/>
              <a:gd name="csY11" fmla="*/ 6858000 h 6858000"/>
              <a:gd name="csX12" fmla="*/ 11734800 w 12192000"/>
              <a:gd name="csY12" fmla="*/ 6858000 h 6858000"/>
              <a:gd name="csX13" fmla="*/ 457200 w 12192000"/>
              <a:gd name="csY13" fmla="*/ 6858000 h 6858000"/>
              <a:gd name="csX14" fmla="*/ 1525 w 12192000"/>
              <a:gd name="csY14" fmla="*/ 6858000 h 6858000"/>
              <a:gd name="csX15" fmla="*/ 0 w 12192000"/>
              <a:gd name="csY15"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192000" h="6858000">
                <a:moveTo>
                  <a:pt x="457200" y="457200"/>
                </a:moveTo>
                <a:lnTo>
                  <a:pt x="457200" y="6400800"/>
                </a:lnTo>
                <a:lnTo>
                  <a:pt x="11734800" y="6400800"/>
                </a:lnTo>
                <a:lnTo>
                  <a:pt x="11734800" y="457200"/>
                </a:lnTo>
                <a:close/>
                <a:moveTo>
                  <a:pt x="0" y="0"/>
                </a:moveTo>
                <a:lnTo>
                  <a:pt x="457200" y="0"/>
                </a:lnTo>
                <a:lnTo>
                  <a:pt x="457200" y="0"/>
                </a:lnTo>
                <a:lnTo>
                  <a:pt x="12190476" y="0"/>
                </a:lnTo>
                <a:lnTo>
                  <a:pt x="12190476" y="0"/>
                </a:lnTo>
                <a:lnTo>
                  <a:pt x="12192000" y="0"/>
                </a:lnTo>
                <a:lnTo>
                  <a:pt x="12192000" y="6858000"/>
                </a:lnTo>
                <a:lnTo>
                  <a:pt x="12190476" y="6858000"/>
                </a:lnTo>
                <a:lnTo>
                  <a:pt x="11734800" y="6858000"/>
                </a:lnTo>
                <a:lnTo>
                  <a:pt x="457200" y="6858000"/>
                </a:lnTo>
                <a:lnTo>
                  <a:pt x="1525" y="6858000"/>
                </a:lnTo>
                <a:lnTo>
                  <a:pt x="0" y="6858000"/>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5237293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2" r:id="rId38"/>
    <p:sldLayoutId id="2147483783" r:id="rId39"/>
    <p:sldLayoutId id="2147483784" r:id="rId40"/>
    <p:sldLayoutId id="2147483785" r:id="rId41"/>
    <p:sldLayoutId id="2147483786" r:id="rId42"/>
    <p:sldLayoutId id="2147483787" r:id="rId43"/>
    <p:sldLayoutId id="2147483788" r:id="rId44"/>
    <p:sldLayoutId id="2147483789" r:id="rId45"/>
    <p:sldLayoutId id="2147483790" r:id="rId46"/>
    <p:sldLayoutId id="2147483791" r:id="rId47"/>
    <p:sldLayoutId id="2147483792" r:id="rId48"/>
    <p:sldLayoutId id="2147483793" r:id="rId49"/>
    <p:sldLayoutId id="2147483794" r:id="rId50"/>
    <p:sldLayoutId id="2147483795" r:id="rId51"/>
    <p:sldLayoutId id="2147483796" r:id="rId52"/>
    <p:sldLayoutId id="2147483797" r:id="rId53"/>
    <p:sldLayoutId id="2147483798" r:id="rId54"/>
    <p:sldLayoutId id="2147483799" r:id="rId55"/>
    <p:sldLayoutId id="2147483800" r:id="rId56"/>
    <p:sldLayoutId id="2147483801" r:id="rId57"/>
    <p:sldLayoutId id="2147483802" r:id="rId58"/>
    <p:sldLayoutId id="2147483803" r:id="rId59"/>
  </p:sldLayoutIdLst>
  <p:hf hdr="0"/>
  <p:txStyles>
    <p:titleStyle>
      <a:lvl1pPr algn="l" defTabSz="914400" rtl="0" eaLnBrk="1" latinLnBrk="0" hangingPunct="1">
        <a:lnSpc>
          <a:spcPct val="80000"/>
        </a:lnSpc>
        <a:spcBef>
          <a:spcPct val="0"/>
        </a:spcBef>
        <a:buNone/>
        <a:defRPr sz="4400" kern="1200" cap="all" spc="200" baseline="0">
          <a:solidFill>
            <a:schemeClr val="tx1"/>
          </a:solidFill>
          <a:latin typeface="+mj-lt"/>
          <a:ea typeface="+mj-ea"/>
          <a:cs typeface="Urdu Typesetting" panose="03020402040406030203" pitchFamily="66" charset="-78"/>
        </a:defRPr>
      </a:lvl1pPr>
    </p:titleStyle>
    <p:bodyStyle>
      <a:lvl1pPr marL="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1pPr>
      <a:lvl2pPr marL="4572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2pPr>
      <a:lvl3pPr marL="6858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3pPr>
      <a:lvl4pPr marL="804672"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4pPr>
      <a:lvl5pPr marL="1024128"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61FC3-3002-DDC6-61CA-6BC00BAFB422}"/>
              </a:ext>
            </a:extLst>
          </p:cNvPr>
          <p:cNvSpPr>
            <a:spLocks noGrp="1"/>
          </p:cNvSpPr>
          <p:nvPr>
            <p:ph type="ctrTitle"/>
          </p:nvPr>
        </p:nvSpPr>
        <p:spPr>
          <a:xfrm>
            <a:off x="7622618" y="457200"/>
            <a:ext cx="4112182" cy="4320310"/>
          </a:xfrm>
        </p:spPr>
        <p:txBody>
          <a:bodyPr anchor="t">
            <a:normAutofit/>
          </a:bodyPr>
          <a:lstStyle/>
          <a:p>
            <a:r>
              <a:rPr lang="en-US"/>
              <a:t>India AI Governance Guidelines (2025–2026)</a:t>
            </a:r>
          </a:p>
        </p:txBody>
      </p:sp>
      <p:sp>
        <p:nvSpPr>
          <p:cNvPr id="3" name="Subtitle 2">
            <a:extLst>
              <a:ext uri="{FF2B5EF4-FFF2-40B4-BE49-F238E27FC236}">
                <a16:creationId xmlns:a16="http://schemas.microsoft.com/office/drawing/2014/main" id="{01D2A45D-CE7F-6DDE-867B-18ECA01ABE75}"/>
              </a:ext>
            </a:extLst>
          </p:cNvPr>
          <p:cNvSpPr>
            <a:spLocks noGrp="1"/>
          </p:cNvSpPr>
          <p:nvPr>
            <p:ph type="subTitle" idx="1"/>
          </p:nvPr>
        </p:nvSpPr>
        <p:spPr>
          <a:xfrm>
            <a:off x="7622618" y="4870174"/>
            <a:ext cx="4114800" cy="1033669"/>
          </a:xfrm>
        </p:spPr>
        <p:txBody>
          <a:bodyPr anchor="b">
            <a:normAutofit/>
          </a:bodyPr>
          <a:lstStyle/>
          <a:p>
            <a:r>
              <a:rPr lang="en-US"/>
              <a:t>Frameworks shaping ethical artificial intelligence policies</a:t>
            </a:r>
          </a:p>
        </p:txBody>
      </p:sp>
      <p:pic>
        <p:nvPicPr>
          <p:cNvPr id="4" name="Picture 3" descr="Internet Cyber Security digital concept">
            <a:extLst>
              <a:ext uri="{FF2B5EF4-FFF2-40B4-BE49-F238E27FC236}">
                <a16:creationId xmlns:a16="http://schemas.microsoft.com/office/drawing/2014/main" id="{FF563947-7330-4A30-B733-EB3AADD7898F}"/>
              </a:ext>
            </a:extLst>
          </p:cNvPr>
          <p:cNvPicPr>
            <a:picLocks noChangeAspect="1"/>
          </p:cNvPicPr>
          <p:nvPr/>
        </p:nvPicPr>
        <p:blipFill>
          <a:blip r:embed="rId3"/>
          <a:srcRect l="25260" r="15720"/>
          <a:stretch>
            <a:fillRect/>
          </a:stretch>
        </p:blipFill>
        <p:spPr>
          <a:xfrm>
            <a:off x="457200" y="457200"/>
            <a:ext cx="623625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
        <p:nvSpPr>
          <p:cNvPr id="9" name="Slide Number Placeholder 4">
            <a:extLst>
              <a:ext uri="{FF2B5EF4-FFF2-40B4-BE49-F238E27FC236}">
                <a16:creationId xmlns:a16="http://schemas.microsoft.com/office/drawing/2014/main" id="{67E97EB0-AF45-C271-3807-69336E6CBF15}"/>
              </a:ext>
            </a:extLst>
          </p:cNvPr>
          <p:cNvSpPr>
            <a:spLocks noGrp="1"/>
          </p:cNvSpPr>
          <p:nvPr>
            <p:ph type="sldNum" sz="quarter" idx="17"/>
          </p:nvPr>
        </p:nvSpPr>
        <p:spPr>
          <a:xfrm>
            <a:off x="7630823" y="6126480"/>
            <a:ext cx="365760" cy="365125"/>
          </a:xfrm>
        </p:spPr>
        <p:txBody>
          <a:bodyPr/>
          <a:lstStyle/>
          <a:p>
            <a:pPr>
              <a:spcAft>
                <a:spcPts val="600"/>
              </a:spcAft>
            </a:pPr>
            <a:fld id="{40B778AE-8D30-EC43-B255-420E7914C179}" type="slidenum">
              <a:rPr lang="en-US" smtClean="0"/>
              <a:pPr>
                <a:spcAft>
                  <a:spcPts val="600"/>
                </a:spcAft>
              </a:pPr>
              <a:t>1</a:t>
            </a:fld>
            <a:endParaRPr lang="en-US"/>
          </a:p>
        </p:txBody>
      </p:sp>
      <p:sp>
        <p:nvSpPr>
          <p:cNvPr id="11" name="Footer Placeholder 5">
            <a:extLst>
              <a:ext uri="{FF2B5EF4-FFF2-40B4-BE49-F238E27FC236}">
                <a16:creationId xmlns:a16="http://schemas.microsoft.com/office/drawing/2014/main" id="{534E61C9-D335-3718-FB06-87773142EF72}"/>
              </a:ext>
            </a:extLst>
          </p:cNvPr>
          <p:cNvSpPr>
            <a:spLocks noGrp="1"/>
          </p:cNvSpPr>
          <p:nvPr>
            <p:ph type="ftr" sz="quarter" idx="16"/>
          </p:nvPr>
        </p:nvSpPr>
        <p:spPr>
          <a:xfrm>
            <a:off x="8028420" y="6126480"/>
            <a:ext cx="2717314" cy="365125"/>
          </a:xfrm>
        </p:spPr>
        <p:txBody>
          <a:bodyPr/>
          <a:lstStyle/>
          <a:p>
            <a:pPr>
              <a:spcAft>
                <a:spcPts val="600"/>
              </a:spcAft>
            </a:pPr>
            <a:r>
              <a:rPr lang="en-US"/>
              <a:t>Presentation title</a:t>
            </a:r>
          </a:p>
        </p:txBody>
      </p:sp>
      <p:sp>
        <p:nvSpPr>
          <p:cNvPr id="13" name="Date Placeholder 6">
            <a:extLst>
              <a:ext uri="{FF2B5EF4-FFF2-40B4-BE49-F238E27FC236}">
                <a16:creationId xmlns:a16="http://schemas.microsoft.com/office/drawing/2014/main" id="{C7C6FB91-58E4-46CA-F978-E32BB5BD16D9}"/>
              </a:ext>
            </a:extLst>
          </p:cNvPr>
          <p:cNvSpPr>
            <a:spLocks noGrp="1"/>
          </p:cNvSpPr>
          <p:nvPr>
            <p:ph type="dt" sz="half" idx="15"/>
          </p:nvPr>
        </p:nvSpPr>
        <p:spPr>
          <a:xfrm>
            <a:off x="10745734" y="6126480"/>
            <a:ext cx="991684" cy="365125"/>
          </a:xfrm>
        </p:spPr>
        <p:txBody>
          <a:bodyPr/>
          <a:lstStyle/>
          <a:p>
            <a:pPr>
              <a:spcAft>
                <a:spcPts val="600"/>
              </a:spcAft>
            </a:pPr>
            <a:fld id="{28CD2E8A-C0A9-4347-A584-9C026C30AB40}" type="datetime1">
              <a:rPr lang="en-US" smtClean="0"/>
              <a:pPr>
                <a:spcAft>
                  <a:spcPts val="600"/>
                </a:spcAft>
              </a:pPr>
              <a:t>3/5/2026</a:t>
            </a:fld>
            <a:endParaRPr lang="en-US"/>
          </a:p>
        </p:txBody>
      </p:sp>
    </p:spTree>
    <p:extLst>
      <p:ext uri="{BB962C8B-B14F-4D97-AF65-F5344CB8AC3E}">
        <p14:creationId xmlns:p14="http://schemas.microsoft.com/office/powerpoint/2010/main" val="240727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79DEA-444F-3518-F0EC-8E70D5E7F3C0}"/>
              </a:ext>
            </a:extLst>
          </p:cNvPr>
          <p:cNvSpPr>
            <a:spLocks noGrp="1"/>
          </p:cNvSpPr>
          <p:nvPr>
            <p:ph type="ctrTitle"/>
          </p:nvPr>
        </p:nvSpPr>
        <p:spPr>
          <a:xfrm>
            <a:off x="457200" y="457198"/>
            <a:ext cx="5140452" cy="6199632"/>
          </a:xfrm>
        </p:spPr>
        <p:txBody>
          <a:bodyPr anchor="b">
            <a:normAutofit/>
          </a:bodyPr>
          <a:lstStyle/>
          <a:p>
            <a:r>
              <a:rPr lang="en-US" sz="5000"/>
              <a:t>India AI Governance Framework Overview</a:t>
            </a:r>
          </a:p>
        </p:txBody>
      </p:sp>
    </p:spTree>
    <p:extLst>
      <p:ext uri="{BB962C8B-B14F-4D97-AF65-F5344CB8AC3E}">
        <p14:creationId xmlns:p14="http://schemas.microsoft.com/office/powerpoint/2010/main" val="2675280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99BE-FE56-AD9B-8D93-37C9182EF53F}"/>
              </a:ext>
            </a:extLst>
          </p:cNvPr>
          <p:cNvSpPr>
            <a:spLocks noGrp="1"/>
          </p:cNvSpPr>
          <p:nvPr>
            <p:ph type="title"/>
          </p:nvPr>
        </p:nvSpPr>
        <p:spPr>
          <a:xfrm>
            <a:off x="457200" y="457200"/>
            <a:ext cx="4564763" cy="1269482"/>
          </a:xfrm>
        </p:spPr>
        <p:txBody>
          <a:bodyPr anchor="t">
            <a:normAutofit/>
          </a:bodyPr>
          <a:lstStyle/>
          <a:p>
            <a:r>
              <a:rPr lang="en-US"/>
              <a:t>Purpose and Need for AI Governance in India</a:t>
            </a:r>
          </a:p>
        </p:txBody>
      </p:sp>
      <p:pic>
        <p:nvPicPr>
          <p:cNvPr id="8" name="Content Placeholder 7" descr="AI Artificial intelligence future technology learning innovation internet of things big data">
            <a:extLst>
              <a:ext uri="{FF2B5EF4-FFF2-40B4-BE49-F238E27FC236}">
                <a16:creationId xmlns:a16="http://schemas.microsoft.com/office/drawing/2014/main" id="{8C4536F9-483C-434D-8931-8044FAA61D6D}"/>
              </a:ext>
            </a:extLst>
          </p:cNvPr>
          <p:cNvPicPr>
            <a:picLocks noGrp="1" noChangeAspect="1"/>
          </p:cNvPicPr>
          <p:nvPr>
            <p:ph type="pic" sz="quarter" idx="13"/>
          </p:nvPr>
        </p:nvPicPr>
        <p:blipFill>
          <a:blip r:embed="rId3"/>
          <a:srcRect l="13935" r="21284"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FC08D0D1-EF03-57D4-9B04-520607F6477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AI Governance Importance</a:t>
            </a:r>
          </a:p>
          <a:p>
            <a:pPr marL="0" lvl="1" indent="0">
              <a:buFont typeface="Arial" panose="020B0604020202020204" pitchFamily="34" charset="0"/>
              <a:buNone/>
            </a:pPr>
            <a:r>
              <a:t>India prioritizes AI governance to manage its rapid adoption across finance, healthcare, education, and public sectors.</a:t>
            </a:r>
            <a:endParaRPr lang="en-US"/>
          </a:p>
          <a:p>
            <a:pPr marL="0" indent="0">
              <a:spcBef>
                <a:spcPts val="2500"/>
              </a:spcBef>
              <a:buFont typeface="Arial" panose="020B0604020202020204" pitchFamily="34" charset="0"/>
              <a:buNone/>
            </a:pPr>
            <a:r>
              <a:rPr lang="en-US" b="1"/>
              <a:t>Balancing Innovation and Oversight</a:t>
            </a:r>
          </a:p>
          <a:p>
            <a:pPr marL="0" lvl="1" indent="0">
              <a:buFont typeface="Arial" panose="020B0604020202020204" pitchFamily="34" charset="0"/>
              <a:buNone/>
            </a:pPr>
            <a:r>
              <a:t>A techno-legal, principle-driven model balances innovation with responsible oversight to sustain trust and safety.</a:t>
            </a:r>
            <a:endParaRPr lang="en-US"/>
          </a:p>
          <a:p>
            <a:pPr marL="0" indent="0">
              <a:spcBef>
                <a:spcPts val="2500"/>
              </a:spcBef>
              <a:buFont typeface="Arial" panose="020B0604020202020204" pitchFamily="34" charset="0"/>
              <a:buNone/>
            </a:pPr>
            <a:r>
              <a:rPr lang="en-US" b="1"/>
              <a:t>Addressing Risks and Ethics</a:t>
            </a:r>
          </a:p>
          <a:p>
            <a:pPr marL="0" lvl="1" indent="0">
              <a:buFont typeface="Arial" panose="020B0604020202020204" pitchFamily="34" charset="0"/>
              <a:buNone/>
            </a:pPr>
            <a:r>
              <a:t>Governance tackles risks like misinformation, deepfakes, bias, and ensures fairness, transparency, and human rights.</a:t>
            </a:r>
            <a:endParaRPr lang="en-US"/>
          </a:p>
          <a:p>
            <a:pPr marL="0" indent="0">
              <a:spcBef>
                <a:spcPts val="2500"/>
              </a:spcBef>
              <a:buFont typeface="Arial" panose="020B0604020202020204" pitchFamily="34" charset="0"/>
              <a:buNone/>
            </a:pPr>
            <a:r>
              <a:rPr lang="en-US" b="1"/>
              <a:t>Inclusive AI Development</a:t>
            </a:r>
          </a:p>
          <a:p>
            <a:pPr marL="0" lvl="1" indent="0">
              <a:buFont typeface="Arial" panose="020B0604020202020204" pitchFamily="34" charset="0"/>
              <a:buNone/>
            </a:pPr>
            <a:r>
              <a:t>The 'AI for All' vision promotes equitable AI benefits aligned with India's national development goals.</a:t>
            </a:r>
            <a:endParaRPr lang="en-US"/>
          </a:p>
        </p:txBody>
      </p:sp>
      <p:sp>
        <p:nvSpPr>
          <p:cNvPr id="5" name="Slide Number Placeholder 4">
            <a:extLst>
              <a:ext uri="{FF2B5EF4-FFF2-40B4-BE49-F238E27FC236}">
                <a16:creationId xmlns:a16="http://schemas.microsoft.com/office/drawing/2014/main" id="{EDB1077E-B31A-9FC9-ADF6-FB54EA30753A}"/>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
        <p:nvSpPr>
          <p:cNvPr id="6" name="Footer Placeholder 5">
            <a:extLst>
              <a:ext uri="{FF2B5EF4-FFF2-40B4-BE49-F238E27FC236}">
                <a16:creationId xmlns:a16="http://schemas.microsoft.com/office/drawing/2014/main" id="{542151D7-936A-8BC8-D289-1D597A24ADE2}"/>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8B51FECB-DE43-7C47-7D07-8C62241D4C24}"/>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spTree>
    <p:extLst>
      <p:ext uri="{BB962C8B-B14F-4D97-AF65-F5344CB8AC3E}">
        <p14:creationId xmlns:p14="http://schemas.microsoft.com/office/powerpoint/2010/main" val="1687256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A37FF-73EA-28E0-C8C5-1E0547B1ACD7}"/>
              </a:ext>
            </a:extLst>
          </p:cNvPr>
          <p:cNvSpPr>
            <a:spLocks noGrp="1"/>
          </p:cNvSpPr>
          <p:nvPr>
            <p:ph type="ctrTitle"/>
          </p:nvPr>
        </p:nvSpPr>
        <p:spPr>
          <a:xfrm>
            <a:off x="457200" y="457198"/>
            <a:ext cx="5140452" cy="6199632"/>
          </a:xfrm>
        </p:spPr>
        <p:txBody>
          <a:bodyPr anchor="b">
            <a:normAutofit/>
          </a:bodyPr>
          <a:lstStyle/>
          <a:p>
            <a:r>
              <a:rPr lang="en-US" sz="6700"/>
              <a:t>Core Pillars and Principles</a:t>
            </a:r>
          </a:p>
        </p:txBody>
      </p:sp>
    </p:spTree>
    <p:extLst>
      <p:ext uri="{BB962C8B-B14F-4D97-AF65-F5344CB8AC3E}">
        <p14:creationId xmlns:p14="http://schemas.microsoft.com/office/powerpoint/2010/main" val="4265245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5F216-255A-7D30-FE7D-E7D9AAC3344D}"/>
              </a:ext>
            </a:extLst>
          </p:cNvPr>
          <p:cNvSpPr>
            <a:spLocks noGrp="1"/>
          </p:cNvSpPr>
          <p:nvPr>
            <p:ph type="title"/>
          </p:nvPr>
        </p:nvSpPr>
        <p:spPr>
          <a:xfrm>
            <a:off x="457200" y="457200"/>
            <a:ext cx="4564763" cy="1269482"/>
          </a:xfrm>
        </p:spPr>
        <p:txBody>
          <a:bodyPr anchor="t">
            <a:normAutofit/>
          </a:bodyPr>
          <a:lstStyle/>
          <a:p>
            <a:r>
              <a:rPr lang="en-US"/>
              <a:t>Seven Sutras of India’s AI Governance Model</a:t>
            </a:r>
          </a:p>
        </p:txBody>
      </p:sp>
      <p:pic>
        <p:nvPicPr>
          <p:cNvPr id="8" name="Content Placeholder 7" descr="Modern background">
            <a:extLst>
              <a:ext uri="{FF2B5EF4-FFF2-40B4-BE49-F238E27FC236}">
                <a16:creationId xmlns:a16="http://schemas.microsoft.com/office/drawing/2014/main" id="{3E5978DE-AE8A-41A5-82F0-5259E785B037}"/>
              </a:ext>
            </a:extLst>
          </p:cNvPr>
          <p:cNvPicPr>
            <a:picLocks noGrp="1" noChangeAspect="1"/>
          </p:cNvPicPr>
          <p:nvPr>
            <p:ph type="pic" sz="quarter" idx="13"/>
          </p:nvPr>
        </p:nvPicPr>
        <p:blipFill>
          <a:blip r:embed="rId3"/>
          <a:srcRect r="23126"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A5FD903B-2545-D77F-608B-D877DA6209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Trust in AI Systems</a:t>
            </a:r>
          </a:p>
          <a:p>
            <a:pPr marL="0" lvl="1" indent="0">
              <a:buFont typeface="Arial" panose="020B0604020202020204" pitchFamily="34" charset="0"/>
              <a:buNone/>
            </a:pPr>
            <a:r>
              <a:t>AI systems must be reliable, predictable, and safe, ensuring user confidence in digital services.</a:t>
            </a:r>
            <a:endParaRPr lang="en-US"/>
          </a:p>
          <a:p>
            <a:pPr marL="0" indent="0">
              <a:spcBef>
                <a:spcPts val="2500"/>
              </a:spcBef>
              <a:buFont typeface="Arial" panose="020B0604020202020204" pitchFamily="34" charset="0"/>
              <a:buNone/>
            </a:pPr>
            <a:r>
              <a:rPr lang="en-US" b="1"/>
              <a:t>People-First Approach</a:t>
            </a:r>
          </a:p>
          <a:p>
            <a:pPr marL="0" lvl="1" indent="0">
              <a:buFont typeface="Arial" panose="020B0604020202020204" pitchFamily="34" charset="0"/>
              <a:buNone/>
            </a:pPr>
            <a:r>
              <a:t>AI should augment human capabilities, preserving autonomy and reducing inequalities.</a:t>
            </a:r>
            <a:endParaRPr lang="en-US"/>
          </a:p>
          <a:p>
            <a:pPr marL="0" indent="0">
              <a:spcBef>
                <a:spcPts val="2500"/>
              </a:spcBef>
              <a:buFont typeface="Arial" panose="020B0604020202020204" pitchFamily="34" charset="0"/>
              <a:buNone/>
            </a:pPr>
            <a:r>
              <a:rPr lang="en-US" b="1"/>
              <a:t>Innovation Over Restraint</a:t>
            </a:r>
          </a:p>
          <a:p>
            <a:pPr marL="0" lvl="1" indent="0">
              <a:buFont typeface="Arial" panose="020B0604020202020204" pitchFamily="34" charset="0"/>
              <a:buNone/>
            </a:pPr>
            <a:r>
              <a:t>Guidelines encourage innovation by avoiding restrictive regulations that hinder startups and research.</a:t>
            </a:r>
            <a:endParaRPr lang="en-US"/>
          </a:p>
          <a:p>
            <a:pPr marL="0" indent="0">
              <a:spcBef>
                <a:spcPts val="2500"/>
              </a:spcBef>
              <a:buFont typeface="Arial" panose="020B0604020202020204" pitchFamily="34" charset="0"/>
              <a:buNone/>
            </a:pPr>
            <a:r>
              <a:rPr lang="en-US" b="1"/>
              <a:t>Fairness and Accountability</a:t>
            </a:r>
          </a:p>
          <a:p>
            <a:pPr marL="0" lvl="1" indent="0">
              <a:buFont typeface="Arial" panose="020B0604020202020204" pitchFamily="34" charset="0"/>
              <a:buNone/>
            </a:pPr>
            <a:r>
              <a:t>AI systems must avoid bias and ensure clear responsibility for harm or misuse throughout the lifecycle.</a:t>
            </a:r>
            <a:endParaRPr lang="en-US"/>
          </a:p>
        </p:txBody>
      </p:sp>
      <p:sp>
        <p:nvSpPr>
          <p:cNvPr id="5" name="Slide Number Placeholder 4">
            <a:extLst>
              <a:ext uri="{FF2B5EF4-FFF2-40B4-BE49-F238E27FC236}">
                <a16:creationId xmlns:a16="http://schemas.microsoft.com/office/drawing/2014/main" id="{A287E10A-7A8E-69B5-0424-24DD90663E22}"/>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
        <p:nvSpPr>
          <p:cNvPr id="6" name="Footer Placeholder 5">
            <a:extLst>
              <a:ext uri="{FF2B5EF4-FFF2-40B4-BE49-F238E27FC236}">
                <a16:creationId xmlns:a16="http://schemas.microsoft.com/office/drawing/2014/main" id="{544D9540-64E7-52C3-9DA0-7DDD5742AF4E}"/>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C172C769-A5EF-78B3-0BA0-91E8B548C399}"/>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spTree>
    <p:extLst>
      <p:ext uri="{BB962C8B-B14F-4D97-AF65-F5344CB8AC3E}">
        <p14:creationId xmlns:p14="http://schemas.microsoft.com/office/powerpoint/2010/main" val="2688853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F1591-B4F0-B95D-A8E7-6E5116331788}"/>
              </a:ext>
            </a:extLst>
          </p:cNvPr>
          <p:cNvSpPr>
            <a:spLocks noGrp="1"/>
          </p:cNvSpPr>
          <p:nvPr>
            <p:ph type="ctrTitle"/>
          </p:nvPr>
        </p:nvSpPr>
        <p:spPr>
          <a:xfrm>
            <a:off x="457200" y="457198"/>
            <a:ext cx="5140452" cy="6199632"/>
          </a:xfrm>
        </p:spPr>
        <p:txBody>
          <a:bodyPr anchor="b">
            <a:normAutofit/>
          </a:bodyPr>
          <a:lstStyle/>
          <a:p>
            <a:r>
              <a:rPr lang="en-US" sz="4500"/>
              <a:t>Institutional and Structural Framework</a:t>
            </a:r>
          </a:p>
        </p:txBody>
      </p:sp>
    </p:spTree>
    <p:extLst>
      <p:ext uri="{BB962C8B-B14F-4D97-AF65-F5344CB8AC3E}">
        <p14:creationId xmlns:p14="http://schemas.microsoft.com/office/powerpoint/2010/main" val="3809781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0470-B517-58BC-7F2C-7F6934770173}"/>
              </a:ext>
            </a:extLst>
          </p:cNvPr>
          <p:cNvSpPr>
            <a:spLocks noGrp="1"/>
          </p:cNvSpPr>
          <p:nvPr>
            <p:ph type="title"/>
          </p:nvPr>
        </p:nvSpPr>
        <p:spPr>
          <a:xfrm>
            <a:off x="457200" y="457200"/>
            <a:ext cx="4564763" cy="1269482"/>
          </a:xfrm>
        </p:spPr>
        <p:txBody>
          <a:bodyPr anchor="t">
            <a:normAutofit/>
          </a:bodyPr>
          <a:lstStyle/>
          <a:p>
            <a:r>
              <a:rPr lang="en-US"/>
              <a:t>Key Institutions Supporting India’s AI Governance</a:t>
            </a:r>
          </a:p>
        </p:txBody>
      </p:sp>
      <p:pic>
        <p:nvPicPr>
          <p:cNvPr id="8" name="Content Placeholder 7" descr="Artificial Intelligence of Manhattan">
            <a:extLst>
              <a:ext uri="{FF2B5EF4-FFF2-40B4-BE49-F238E27FC236}">
                <a16:creationId xmlns:a16="http://schemas.microsoft.com/office/drawing/2014/main" id="{6F9AC9D9-4A21-420F-9A49-84A9A3E24B2A}"/>
              </a:ext>
            </a:extLst>
          </p:cNvPr>
          <p:cNvPicPr>
            <a:picLocks noGrp="1" noChangeAspect="1"/>
          </p:cNvPicPr>
          <p:nvPr>
            <p:ph type="pic" sz="quarter" idx="13"/>
          </p:nvPr>
        </p:nvPicPr>
        <p:blipFill>
          <a:blip r:embed="rId3"/>
          <a:srcRect l="13582" r="15878"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2D0A5C71-BC0B-5639-B86E-3F69DA67DC0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AI Governance Group (AIGG)</a:t>
            </a:r>
          </a:p>
          <a:p>
            <a:pPr marL="0" lvl="1" indent="0">
              <a:buFont typeface="Arial" panose="020B0604020202020204" pitchFamily="34" charset="0"/>
              <a:buNone/>
            </a:pPr>
            <a:r>
              <a:t>The AIGG is an inter-ministerial body overseeing national AI governance and aligning ministries with regulatory authorities.</a:t>
            </a:r>
            <a:endParaRPr lang="en-US"/>
          </a:p>
          <a:p>
            <a:pPr marL="0" indent="0">
              <a:spcBef>
                <a:spcPts val="2500"/>
              </a:spcBef>
              <a:buFont typeface="Arial" panose="020B0604020202020204" pitchFamily="34" charset="0"/>
              <a:buNone/>
            </a:pPr>
            <a:r>
              <a:rPr lang="en-US" b="1"/>
              <a:t>Technology &amp; Policy Expert Committee (TPEC)</a:t>
            </a:r>
          </a:p>
          <a:p>
            <a:pPr marL="0" lvl="1" indent="0">
              <a:buFont typeface="Arial" panose="020B0604020202020204" pitchFamily="34" charset="0"/>
              <a:buNone/>
            </a:pPr>
            <a:r>
              <a:t>TPEC shapes technical standards, best practices, and compliance guidelines with experts from research, policy, law, and industry.</a:t>
            </a:r>
            <a:endParaRPr lang="en-US"/>
          </a:p>
          <a:p>
            <a:pPr marL="0" indent="0">
              <a:spcBef>
                <a:spcPts val="2500"/>
              </a:spcBef>
              <a:buFont typeface="Arial" panose="020B0604020202020204" pitchFamily="34" charset="0"/>
              <a:buNone/>
            </a:pPr>
            <a:r>
              <a:rPr lang="en-US" b="1"/>
              <a:t>IndiaAI Safety Institute (AISI)</a:t>
            </a:r>
          </a:p>
          <a:p>
            <a:pPr marL="0" lvl="1" indent="0">
              <a:buFont typeface="Arial" panose="020B0604020202020204" pitchFamily="34" charset="0"/>
              <a:buNone/>
            </a:pPr>
            <a:r>
              <a:t>AISI provides technical AI safety assurance by evaluating models, testing adversarial risks, and developing robustness benchmarks.</a:t>
            </a:r>
            <a:endParaRPr lang="en-US"/>
          </a:p>
          <a:p>
            <a:pPr marL="0" indent="0">
              <a:spcBef>
                <a:spcPts val="2500"/>
              </a:spcBef>
              <a:buFont typeface="Arial" panose="020B0604020202020204" pitchFamily="34" charset="0"/>
              <a:buNone/>
            </a:pPr>
            <a:r>
              <a:rPr lang="en-US" b="1"/>
              <a:t>Whole-of-Government Framework</a:t>
            </a:r>
          </a:p>
          <a:p>
            <a:pPr marL="0" lvl="1" indent="0">
              <a:buFont typeface="Arial" panose="020B0604020202020204" pitchFamily="34" charset="0"/>
              <a:buNone/>
            </a:pPr>
            <a:r>
              <a:t>Institutions integrate AI governance into India's digital infrastructure strategy, enhancing global collaboration and resilience.</a:t>
            </a:r>
            <a:endParaRPr lang="en-US"/>
          </a:p>
        </p:txBody>
      </p:sp>
      <p:sp>
        <p:nvSpPr>
          <p:cNvPr id="5" name="Slide Number Placeholder 4">
            <a:extLst>
              <a:ext uri="{FF2B5EF4-FFF2-40B4-BE49-F238E27FC236}">
                <a16:creationId xmlns:a16="http://schemas.microsoft.com/office/drawing/2014/main" id="{4FDB917C-675A-409E-1557-307088149B15}"/>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6" name="Footer Placeholder 5">
            <a:extLst>
              <a:ext uri="{FF2B5EF4-FFF2-40B4-BE49-F238E27FC236}">
                <a16:creationId xmlns:a16="http://schemas.microsoft.com/office/drawing/2014/main" id="{2AF82E67-B9B1-98AD-F2D0-ED34C0574563}"/>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727D965C-6F4B-0D78-F847-B023418A886B}"/>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spTree>
    <p:extLst>
      <p:ext uri="{BB962C8B-B14F-4D97-AF65-F5344CB8AC3E}">
        <p14:creationId xmlns:p14="http://schemas.microsoft.com/office/powerpoint/2010/main" val="2007214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F2AD-2F07-D8E8-40F9-47969AC65475}"/>
              </a:ext>
            </a:extLst>
          </p:cNvPr>
          <p:cNvSpPr>
            <a:spLocks noGrp="1"/>
          </p:cNvSpPr>
          <p:nvPr>
            <p:ph type="ctrTitle"/>
          </p:nvPr>
        </p:nvSpPr>
        <p:spPr>
          <a:xfrm>
            <a:off x="457200" y="457198"/>
            <a:ext cx="5140452" cy="6199632"/>
          </a:xfrm>
        </p:spPr>
        <p:txBody>
          <a:bodyPr anchor="b">
            <a:normAutofit/>
          </a:bodyPr>
          <a:lstStyle/>
          <a:p>
            <a:r>
              <a:rPr lang="en-US" sz="5000"/>
              <a:t>Regulatory Strategies and Sectoral Models</a:t>
            </a:r>
          </a:p>
        </p:txBody>
      </p:sp>
    </p:spTree>
    <p:extLst>
      <p:ext uri="{BB962C8B-B14F-4D97-AF65-F5344CB8AC3E}">
        <p14:creationId xmlns:p14="http://schemas.microsoft.com/office/powerpoint/2010/main" val="1700362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A4C13-D968-57E8-ACD9-F99EC20B80B9}"/>
              </a:ext>
            </a:extLst>
          </p:cNvPr>
          <p:cNvSpPr>
            <a:spLocks noGrp="1"/>
          </p:cNvSpPr>
          <p:nvPr>
            <p:ph type="title"/>
          </p:nvPr>
        </p:nvSpPr>
        <p:spPr>
          <a:xfrm>
            <a:off x="457199" y="457200"/>
            <a:ext cx="9857233" cy="932688"/>
          </a:xfrm>
        </p:spPr>
        <p:txBody>
          <a:bodyPr anchor="t">
            <a:normAutofit/>
          </a:bodyPr>
          <a:lstStyle/>
          <a:p>
            <a:r>
              <a:rPr lang="en-US" sz="3300"/>
              <a:t>Light-Touch Regulatory Approach and Sector-Specific Models</a:t>
            </a:r>
          </a:p>
        </p:txBody>
      </p:sp>
      <p:pic>
        <p:nvPicPr>
          <p:cNvPr id="8" name="Content Placeholder 7" descr="Rules for compliance with policies business">
            <a:extLst>
              <a:ext uri="{FF2B5EF4-FFF2-40B4-BE49-F238E27FC236}">
                <a16:creationId xmlns:a16="http://schemas.microsoft.com/office/drawing/2014/main" id="{01C77F86-45D9-45CD-AE7A-224F30696BBB}"/>
              </a:ext>
            </a:extLst>
          </p:cNvPr>
          <p:cNvPicPr>
            <a:picLocks noGrp="1" noChangeAspect="1"/>
          </p:cNvPicPr>
          <p:nvPr>
            <p:ph type="pic" sz="quarter" idx="13"/>
          </p:nvPr>
        </p:nvPicPr>
        <p:blipFill>
          <a:blip r:embed="rId3"/>
          <a:srcRect r="14837" b="-2"/>
          <a:stretch>
            <a:fillRect/>
          </a:stretch>
        </p:blipFill>
        <p:spPr>
          <a:xfrm>
            <a:off x="20" y="1737361"/>
            <a:ext cx="6533051" cy="5120640"/>
          </a:xfrm>
        </p:spPr>
      </p:pic>
      <p:sp>
        <p:nvSpPr>
          <p:cNvPr id="4" name="Content Placeholder 3">
            <a:extLst>
              <a:ext uri="{FF2B5EF4-FFF2-40B4-BE49-F238E27FC236}">
                <a16:creationId xmlns:a16="http://schemas.microsoft.com/office/drawing/2014/main" id="{911AF83D-4E56-63AE-6D63-073ED825EB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3255" y="1737360"/>
            <a:ext cx="4663440" cy="4297680"/>
          </a:xfrm>
        </p:spPr>
        <p:txBody>
          <a:bodyPr>
            <a:normAutofit/>
          </a:bodyPr>
          <a:lstStyle/>
          <a:p>
            <a:pPr marL="0" indent="0">
              <a:spcBef>
                <a:spcPts val="2500"/>
              </a:spcBef>
              <a:buFont typeface="Arial" panose="020B0604020202020204" pitchFamily="34" charset="0"/>
              <a:buNone/>
            </a:pPr>
            <a:r>
              <a:rPr lang="en-US" b="1"/>
              <a:t>Techno-Legal Light-Touch Model</a:t>
            </a:r>
          </a:p>
          <a:p>
            <a:pPr marL="0" lvl="1" indent="0">
              <a:buFont typeface="Arial" panose="020B0604020202020204" pitchFamily="34" charset="0"/>
              <a:buNone/>
            </a:pPr>
            <a:r>
              <a:t>India's AI regulation promotes innovation using existing laws for flexible, responsible AI governance.</a:t>
            </a:r>
            <a:endParaRPr lang="en-US"/>
          </a:p>
          <a:p>
            <a:pPr marL="0" indent="0">
              <a:spcBef>
                <a:spcPts val="2500"/>
              </a:spcBef>
              <a:buFont typeface="Arial" panose="020B0604020202020204" pitchFamily="34" charset="0"/>
              <a:buNone/>
            </a:pPr>
            <a:r>
              <a:rPr lang="en-US" b="1"/>
              <a:t>Sector-Specific Frameworks</a:t>
            </a:r>
          </a:p>
          <a:p>
            <a:pPr marL="0" lvl="1" indent="0">
              <a:buFont typeface="Arial" panose="020B0604020202020204" pitchFamily="34" charset="0"/>
              <a:buNone/>
            </a:pPr>
            <a:r>
              <a:t>Customized guidelines address unique AI risks in finance, healthcare, and education sectors.</a:t>
            </a:r>
            <a:endParaRPr lang="en-US"/>
          </a:p>
          <a:p>
            <a:pPr marL="0" indent="0">
              <a:spcBef>
                <a:spcPts val="2500"/>
              </a:spcBef>
              <a:buFont typeface="Arial" panose="020B0604020202020204" pitchFamily="34" charset="0"/>
              <a:buNone/>
            </a:pPr>
            <a:r>
              <a:rPr lang="en-US" b="1"/>
              <a:t>Voluntary Standards and Certification</a:t>
            </a:r>
          </a:p>
          <a:p>
            <a:pPr marL="0" lvl="1" indent="0">
              <a:buFont typeface="Arial" panose="020B0604020202020204" pitchFamily="34" charset="0"/>
              <a:buNone/>
            </a:pPr>
            <a:r>
              <a:t>Emphasis on self-certification and ISO/IEC 42001 adoption ensures consistent AI management.</a:t>
            </a:r>
            <a:endParaRPr lang="en-US"/>
          </a:p>
        </p:txBody>
      </p:sp>
      <p:sp>
        <p:nvSpPr>
          <p:cNvPr id="5" name="Slide Number Placeholder 4">
            <a:extLst>
              <a:ext uri="{FF2B5EF4-FFF2-40B4-BE49-F238E27FC236}">
                <a16:creationId xmlns:a16="http://schemas.microsoft.com/office/drawing/2014/main" id="{C30F25AE-4713-EC69-EF0F-F1C6B37FB19F}"/>
              </a:ext>
            </a:extLst>
          </p:cNvPr>
          <p:cNvSpPr>
            <a:spLocks noGrp="1"/>
          </p:cNvSpPr>
          <p:nvPr>
            <p:ph type="sldNum" sz="quarter" idx="17"/>
          </p:nvPr>
        </p:nvSpPr>
        <p:spPr>
          <a:xfrm>
            <a:off x="7098034" y="6126480"/>
            <a:ext cx="365760"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
        <p:nvSpPr>
          <p:cNvPr id="6" name="Footer Placeholder 5">
            <a:extLst>
              <a:ext uri="{FF2B5EF4-FFF2-40B4-BE49-F238E27FC236}">
                <a16:creationId xmlns:a16="http://schemas.microsoft.com/office/drawing/2014/main" id="{3E8A55A7-8B34-04AC-E468-31A88B632D99}"/>
              </a:ext>
            </a:extLst>
          </p:cNvPr>
          <p:cNvSpPr>
            <a:spLocks noGrp="1"/>
          </p:cNvSpPr>
          <p:nvPr>
            <p:ph type="ftr" sz="quarter" idx="16"/>
          </p:nvPr>
        </p:nvSpPr>
        <p:spPr>
          <a:xfrm>
            <a:off x="7495631" y="6126480"/>
            <a:ext cx="2818801"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F7368131-308C-C93F-95CD-0FD1A64C8A68}"/>
              </a:ext>
            </a:extLst>
          </p:cNvPr>
          <p:cNvSpPr>
            <a:spLocks noGrp="1"/>
          </p:cNvSpPr>
          <p:nvPr>
            <p:ph type="dt" sz="half" idx="15"/>
          </p:nvPr>
        </p:nvSpPr>
        <p:spPr>
          <a:xfrm>
            <a:off x="10314432" y="6126480"/>
            <a:ext cx="1443628"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spTree>
    <p:extLst>
      <p:ext uri="{BB962C8B-B14F-4D97-AF65-F5344CB8AC3E}">
        <p14:creationId xmlns:p14="http://schemas.microsoft.com/office/powerpoint/2010/main" val="463600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2B3F5-624D-45FB-E224-CB243B987F60}"/>
              </a:ext>
            </a:extLst>
          </p:cNvPr>
          <p:cNvSpPr>
            <a:spLocks noGrp="1"/>
          </p:cNvSpPr>
          <p:nvPr>
            <p:ph type="ctrTitle"/>
          </p:nvPr>
        </p:nvSpPr>
        <p:spPr>
          <a:xfrm>
            <a:off x="457200" y="457198"/>
            <a:ext cx="5140452" cy="6199632"/>
          </a:xfrm>
        </p:spPr>
        <p:txBody>
          <a:bodyPr anchor="b">
            <a:normAutofit/>
          </a:bodyPr>
          <a:lstStyle/>
          <a:p>
            <a:r>
              <a:rPr lang="en-US" sz="5000"/>
              <a:t>Comparative Governance Perspectives</a:t>
            </a:r>
          </a:p>
        </p:txBody>
      </p:sp>
    </p:spTree>
    <p:extLst>
      <p:ext uri="{BB962C8B-B14F-4D97-AF65-F5344CB8AC3E}">
        <p14:creationId xmlns:p14="http://schemas.microsoft.com/office/powerpoint/2010/main" val="3300163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70438-FDD0-177F-E9D9-9984F2131FAA}"/>
              </a:ext>
            </a:extLst>
          </p:cNvPr>
          <p:cNvSpPr>
            <a:spLocks noGrp="1"/>
          </p:cNvSpPr>
          <p:nvPr>
            <p:ph type="title"/>
          </p:nvPr>
        </p:nvSpPr>
        <p:spPr>
          <a:xfrm>
            <a:off x="7010400" y="499533"/>
            <a:ext cx="4754880" cy="1328932"/>
          </a:xfrm>
        </p:spPr>
        <p:txBody>
          <a:bodyPr anchor="b">
            <a:normAutofit/>
          </a:bodyPr>
          <a:lstStyle/>
          <a:p>
            <a:r>
              <a:rPr lang="en-US" sz="2500"/>
              <a:t>Comparison of India’s AI Governance with EU and US Models</a:t>
            </a:r>
          </a:p>
        </p:txBody>
      </p:sp>
      <p:pic>
        <p:nvPicPr>
          <p:cNvPr id="8" name="Content Placeholder 7" descr="Jigsaw puzzle pieces textured with European Union and Indian  flags. Horizontal composition with copy space and selective focus. Solution concept.">
            <a:extLst>
              <a:ext uri="{FF2B5EF4-FFF2-40B4-BE49-F238E27FC236}">
                <a16:creationId xmlns:a16="http://schemas.microsoft.com/office/drawing/2014/main" id="{1C635674-2208-4F91-BC6E-AD7245709D8A}"/>
              </a:ext>
            </a:extLst>
          </p:cNvPr>
          <p:cNvPicPr>
            <a:picLocks noGrp="1" noChangeAspect="1"/>
          </p:cNvPicPr>
          <p:nvPr>
            <p:ph type="pic" sz="quarter" idx="13"/>
          </p:nvPr>
        </p:nvPicPr>
        <p:blipFill>
          <a:blip r:embed="rId3"/>
          <a:srcRect l="30611" r="11642"/>
          <a:stretch>
            <a:fillRect/>
          </a:stretch>
        </p:blipFill>
        <p:spPr>
          <a:xfrm>
            <a:off x="457200" y="457200"/>
            <a:ext cx="5626608" cy="5943600"/>
          </a:xfrm>
        </p:spPr>
      </p:pic>
      <p:sp>
        <p:nvSpPr>
          <p:cNvPr id="4" name="Content Placeholder 3">
            <a:extLst>
              <a:ext uri="{FF2B5EF4-FFF2-40B4-BE49-F238E27FC236}">
                <a16:creationId xmlns:a16="http://schemas.microsoft.com/office/drawing/2014/main" id="{35DD379E-601E-3122-A7A1-A16E05A6A29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1975104"/>
            <a:ext cx="4754880" cy="3931920"/>
          </a:xfrm>
        </p:spPr>
        <p:txBody>
          <a:bodyPr>
            <a:normAutofit/>
          </a:bodyPr>
          <a:lstStyle/>
          <a:p>
            <a:pPr marL="0" indent="0">
              <a:spcBef>
                <a:spcPts val="2500"/>
              </a:spcBef>
              <a:buFont typeface="Arial" panose="020B0604020202020204" pitchFamily="34" charset="0"/>
              <a:buNone/>
            </a:pPr>
            <a:r>
              <a:rPr lang="en-US" b="1"/>
              <a:t>EU’s Stringent AI Regulation</a:t>
            </a:r>
          </a:p>
          <a:p>
            <a:pPr marL="0" lvl="1" indent="0">
              <a:buFont typeface="Arial" panose="020B0604020202020204" pitchFamily="34" charset="0"/>
              <a:buNone/>
            </a:pPr>
            <a:r>
              <a:t>The EU AI Act imposes strict risk classifications and compliance, prioritizing consumer protection but increasing deployment barriers.</a:t>
            </a:r>
            <a:endParaRPr lang="en-US"/>
          </a:p>
          <a:p>
            <a:pPr marL="0" indent="0">
              <a:spcBef>
                <a:spcPts val="2500"/>
              </a:spcBef>
              <a:buFont typeface="Arial" panose="020B0604020202020204" pitchFamily="34" charset="0"/>
              <a:buNone/>
            </a:pPr>
            <a:r>
              <a:rPr lang="en-US" b="1"/>
              <a:t>US Fragmented AI Approach</a:t>
            </a:r>
          </a:p>
          <a:p>
            <a:pPr marL="0" lvl="1" indent="0">
              <a:buFont typeface="Arial" panose="020B0604020202020204" pitchFamily="34" charset="0"/>
              <a:buNone/>
            </a:pPr>
            <a:r>
              <a:t>The US uses decentralized, state-led AI regulations paired with federal guidelines, fostering innovation but causing inconsistent standards.</a:t>
            </a:r>
            <a:endParaRPr lang="en-US"/>
          </a:p>
          <a:p>
            <a:pPr marL="0" indent="0">
              <a:spcBef>
                <a:spcPts val="2500"/>
              </a:spcBef>
              <a:buFont typeface="Arial" panose="020B0604020202020204" pitchFamily="34" charset="0"/>
              <a:buNone/>
            </a:pPr>
            <a:r>
              <a:rPr lang="en-US" b="1"/>
              <a:t>India’s Balanced AI Model</a:t>
            </a:r>
          </a:p>
          <a:p>
            <a:pPr marL="0" lvl="1" indent="0">
              <a:buFont typeface="Arial" panose="020B0604020202020204" pitchFamily="34" charset="0"/>
              <a:buNone/>
            </a:pPr>
            <a:r>
              <a:t>India’s AI governance balances innovation and regulation with light-touch compliance, sectoral oversight, and focus on Global South needs.</a:t>
            </a:r>
            <a:endParaRPr lang="en-US"/>
          </a:p>
        </p:txBody>
      </p:sp>
      <p:sp>
        <p:nvSpPr>
          <p:cNvPr id="5" name="Slide Number Placeholder 4">
            <a:extLst>
              <a:ext uri="{FF2B5EF4-FFF2-40B4-BE49-F238E27FC236}">
                <a16:creationId xmlns:a16="http://schemas.microsoft.com/office/drawing/2014/main" id="{0F9D4707-D82F-99F9-72D0-121577F2DFD0}"/>
              </a:ext>
            </a:extLst>
          </p:cNvPr>
          <p:cNvSpPr>
            <a:spLocks noGrp="1"/>
          </p:cNvSpPr>
          <p:nvPr>
            <p:ph type="sldNum" sz="quarter" idx="17"/>
          </p:nvPr>
        </p:nvSpPr>
        <p:spPr>
          <a:xfrm>
            <a:off x="7010400" y="6126480"/>
            <a:ext cx="365760"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
        <p:nvSpPr>
          <p:cNvPr id="6" name="Footer Placeholder 5">
            <a:extLst>
              <a:ext uri="{FF2B5EF4-FFF2-40B4-BE49-F238E27FC236}">
                <a16:creationId xmlns:a16="http://schemas.microsoft.com/office/drawing/2014/main" id="{9788E9FD-5AEF-03EE-F560-F625EA73A17F}"/>
              </a:ext>
            </a:extLst>
          </p:cNvPr>
          <p:cNvSpPr>
            <a:spLocks noGrp="1"/>
          </p:cNvSpPr>
          <p:nvPr>
            <p:ph type="ftr" sz="quarter" idx="16"/>
          </p:nvPr>
        </p:nvSpPr>
        <p:spPr>
          <a:xfrm>
            <a:off x="7407996" y="6126480"/>
            <a:ext cx="2834640"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426A75E5-8028-C0C9-C059-59BA69772E48}"/>
              </a:ext>
            </a:extLst>
          </p:cNvPr>
          <p:cNvSpPr>
            <a:spLocks noGrp="1"/>
          </p:cNvSpPr>
          <p:nvPr>
            <p:ph type="dt" sz="half" idx="15"/>
          </p:nvPr>
        </p:nvSpPr>
        <p:spPr>
          <a:xfrm>
            <a:off x="10290220" y="6126480"/>
            <a:ext cx="1467840"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spTree>
    <p:extLst>
      <p:ext uri="{BB962C8B-B14F-4D97-AF65-F5344CB8AC3E}">
        <p14:creationId xmlns:p14="http://schemas.microsoft.com/office/powerpoint/2010/main" val="2041099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6A8BD-D2A5-5A8E-4878-2F6C4F656724}"/>
              </a:ext>
            </a:extLst>
          </p:cNvPr>
          <p:cNvSpPr>
            <a:spLocks noGrp="1"/>
          </p:cNvSpPr>
          <p:nvPr>
            <p:ph type="ctrTitle"/>
          </p:nvPr>
        </p:nvSpPr>
        <p:spPr>
          <a:xfrm>
            <a:off x="457200" y="457198"/>
            <a:ext cx="5140452" cy="6199632"/>
          </a:xfrm>
        </p:spPr>
        <p:txBody>
          <a:bodyPr anchor="b">
            <a:normAutofit/>
          </a:bodyPr>
          <a:lstStyle/>
          <a:p>
            <a:r>
              <a:rPr lang="en-US" sz="5600"/>
              <a:t>Forward Outlook and Policy Trajectory</a:t>
            </a:r>
          </a:p>
        </p:txBody>
      </p:sp>
    </p:spTree>
    <p:extLst>
      <p:ext uri="{BB962C8B-B14F-4D97-AF65-F5344CB8AC3E}">
        <p14:creationId xmlns:p14="http://schemas.microsoft.com/office/powerpoint/2010/main" val="3536254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B36D9-AFA0-F137-FF91-18538ED832EB}"/>
              </a:ext>
            </a:extLst>
          </p:cNvPr>
          <p:cNvSpPr>
            <a:spLocks noGrp="1"/>
          </p:cNvSpPr>
          <p:nvPr>
            <p:ph type="title"/>
          </p:nvPr>
        </p:nvSpPr>
        <p:spPr>
          <a:xfrm>
            <a:off x="457200" y="457200"/>
            <a:ext cx="7315200" cy="914400"/>
          </a:xfrm>
        </p:spPr>
        <p:txBody>
          <a:bodyPr anchor="b">
            <a:normAutofit/>
          </a:bodyPr>
          <a:lstStyle/>
          <a:p>
            <a:r>
              <a:rPr lang="en-US" sz="2300"/>
              <a:t>Future Directions and Key Takeaways for India’s AI Governance</a:t>
            </a:r>
          </a:p>
        </p:txBody>
      </p:sp>
      <p:sp>
        <p:nvSpPr>
          <p:cNvPr id="4" name="Content Placeholder 3">
            <a:extLst>
              <a:ext uri="{FF2B5EF4-FFF2-40B4-BE49-F238E27FC236}">
                <a16:creationId xmlns:a16="http://schemas.microsoft.com/office/drawing/2014/main" id="{C9751327-3BA2-5434-EEF9-F45354B7DC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54480"/>
            <a:ext cx="7315200" cy="4480560"/>
          </a:xfrm>
        </p:spPr>
        <p:txBody>
          <a:bodyPr>
            <a:normAutofit/>
          </a:bodyPr>
          <a:lstStyle/>
          <a:p>
            <a:pPr marL="0" indent="0">
              <a:spcBef>
                <a:spcPts val="2500"/>
              </a:spcBef>
              <a:buFont typeface="Arial" panose="020B0604020202020204" pitchFamily="34" charset="0"/>
              <a:buNone/>
            </a:pPr>
            <a:r>
              <a:rPr lang="en-US" b="1"/>
              <a:t>Regulations for Synthetic Media</a:t>
            </a:r>
          </a:p>
          <a:p>
            <a:pPr marL="0" lvl="1" indent="0">
              <a:buFont typeface="Arial" panose="020B0604020202020204" pitchFamily="34" charset="0"/>
              <a:buNone/>
            </a:pPr>
            <a:r>
              <a:t>Enforceable rules for synthetic media include labeling deepfakes, provenance tracking, and platform liability frameworks.</a:t>
            </a:r>
            <a:endParaRPr lang="en-US"/>
          </a:p>
          <a:p>
            <a:pPr marL="0" indent="0">
              <a:spcBef>
                <a:spcPts val="2500"/>
              </a:spcBef>
              <a:buFont typeface="Arial" panose="020B0604020202020204" pitchFamily="34" charset="0"/>
              <a:buNone/>
            </a:pPr>
            <a:r>
              <a:rPr lang="en-US" b="1"/>
              <a:t>Child Safety and Age Verification</a:t>
            </a:r>
          </a:p>
          <a:p>
            <a:pPr marL="0" lvl="1" indent="0">
              <a:buFont typeface="Arial" panose="020B0604020202020204" pitchFamily="34" charset="0"/>
              <a:buNone/>
            </a:pPr>
            <a:r>
              <a:t>Structured age-verification systems are being formalized to protect children from AI-driven personalization risks online.</a:t>
            </a:r>
            <a:endParaRPr lang="en-US"/>
          </a:p>
          <a:p>
            <a:pPr marL="0" indent="0">
              <a:spcBef>
                <a:spcPts val="2500"/>
              </a:spcBef>
              <a:buFont typeface="Arial" panose="020B0604020202020204" pitchFamily="34" charset="0"/>
              <a:buNone/>
            </a:pPr>
            <a:r>
              <a:rPr lang="en-US" b="1"/>
              <a:t>International Cooperation</a:t>
            </a:r>
          </a:p>
          <a:p>
            <a:pPr marL="0" lvl="1" indent="0">
              <a:buFont typeface="Arial" panose="020B0604020202020204" pitchFamily="34" charset="0"/>
              <a:buNone/>
            </a:pPr>
            <a:r>
              <a:t>India is fostering global partnerships to build inclusive and multilingual AI evaluation standards centered on the Global South.</a:t>
            </a:r>
            <a:endParaRPr lang="en-US"/>
          </a:p>
          <a:p>
            <a:pPr marL="0" indent="0">
              <a:spcBef>
                <a:spcPts val="2500"/>
              </a:spcBef>
              <a:buFont typeface="Arial" panose="020B0604020202020204" pitchFamily="34" charset="0"/>
              <a:buNone/>
            </a:pPr>
            <a:r>
              <a:rPr lang="en-US" b="1"/>
              <a:t>Domestic AI Infrastructure and Reforms</a:t>
            </a:r>
          </a:p>
          <a:p>
            <a:pPr marL="0" lvl="1" indent="0">
              <a:buFont typeface="Arial" panose="020B0604020202020204" pitchFamily="34" charset="0"/>
              <a:buNone/>
            </a:pPr>
            <a:r>
              <a:t>Expanding national compute infrastructure and AI testing sandboxes supports innovation and public service AI assessments.</a:t>
            </a:r>
            <a:endParaRPr lang="en-US"/>
          </a:p>
        </p:txBody>
      </p:sp>
      <p:sp>
        <p:nvSpPr>
          <p:cNvPr id="5" name="Slide Number Placeholder 4">
            <a:extLst>
              <a:ext uri="{FF2B5EF4-FFF2-40B4-BE49-F238E27FC236}">
                <a16:creationId xmlns:a16="http://schemas.microsoft.com/office/drawing/2014/main" id="{8C78EF1B-6032-D6D9-0124-4C25D5DC1BD8}"/>
              </a:ext>
            </a:extLst>
          </p:cNvPr>
          <p:cNvSpPr>
            <a:spLocks noGrp="1"/>
          </p:cNvSpPr>
          <p:nvPr>
            <p:ph type="sldNum" sz="quarter" idx="17"/>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
        <p:nvSpPr>
          <p:cNvPr id="6" name="Footer Placeholder 5">
            <a:extLst>
              <a:ext uri="{FF2B5EF4-FFF2-40B4-BE49-F238E27FC236}">
                <a16:creationId xmlns:a16="http://schemas.microsoft.com/office/drawing/2014/main" id="{46139C8B-36FA-2844-A5AD-8D91057F6A78}"/>
              </a:ext>
            </a:extLst>
          </p:cNvPr>
          <p:cNvSpPr>
            <a:spLocks noGrp="1"/>
          </p:cNvSpPr>
          <p:nvPr>
            <p:ph type="ftr" sz="quarter" idx="16"/>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60A2824B-4B09-4194-9547-216A421A1585}"/>
              </a:ext>
            </a:extLst>
          </p:cNvPr>
          <p:cNvSpPr>
            <a:spLocks noGrp="1"/>
          </p:cNvSpPr>
          <p:nvPr>
            <p:ph type="dt" sz="half" idx="15"/>
          </p:nvPr>
        </p:nvSpPr>
        <p:spPr>
          <a:xfrm>
            <a:off x="5782614" y="6126480"/>
            <a:ext cx="1989786" cy="365125"/>
          </a:xfrm>
        </p:spPr>
        <p:txBody>
          <a:bodyPr anchor="ctr">
            <a:normAutofit/>
          </a:bodyPr>
          <a:lstStyle/>
          <a:p>
            <a:pPr>
              <a:spcAft>
                <a:spcPts val="600"/>
              </a:spcAft>
            </a:pPr>
            <a:fld id="{42CCCE39-E894-AE4B-8297-21AAF0EFFD0A}" type="datetime1">
              <a:rPr lang="en-US" smtClean="0"/>
              <a:pPr>
                <a:spcAft>
                  <a:spcPts val="600"/>
                </a:spcAft>
              </a:pPr>
              <a:t>3/5/2026</a:t>
            </a:fld>
            <a:endParaRPr lang="en-US"/>
          </a:p>
        </p:txBody>
      </p:sp>
      <p:pic>
        <p:nvPicPr>
          <p:cNvPr id="8" name="Content Placeholder 7" descr="AI Artificial intelligence abstract neural network future technology internet of things big data">
            <a:extLst>
              <a:ext uri="{FF2B5EF4-FFF2-40B4-BE49-F238E27FC236}">
                <a16:creationId xmlns:a16="http://schemas.microsoft.com/office/drawing/2014/main" id="{A4786A1B-2006-4CB3-BC26-5C6BA25C080E}"/>
              </a:ext>
            </a:extLst>
          </p:cNvPr>
          <p:cNvPicPr>
            <a:picLocks noGrp="1" noChangeAspect="1"/>
          </p:cNvPicPr>
          <p:nvPr>
            <p:ph type="pic" sz="quarter" idx="13"/>
          </p:nvPr>
        </p:nvPicPr>
        <p:blipFill>
          <a:blip r:embed="rId3"/>
          <a:srcRect l="27558" r="28503"/>
          <a:stretch>
            <a:fillRect/>
          </a:stretch>
        </p:blipFill>
        <p:spPr>
          <a:xfrm>
            <a:off x="8174182" y="10"/>
            <a:ext cx="4017817" cy="6857990"/>
          </a:xfrm>
        </p:spPr>
      </p:pic>
    </p:spTree>
    <p:extLst>
      <p:ext uri="{BB962C8B-B14F-4D97-AF65-F5344CB8AC3E}">
        <p14:creationId xmlns:p14="http://schemas.microsoft.com/office/powerpoint/2010/main" val="864794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Roman fresco">
  <a:themeElements>
    <a:clrScheme name="Roman Fresco">
      <a:dk1>
        <a:srgbClr val="000000"/>
      </a:dk1>
      <a:lt1>
        <a:srgbClr val="FFFFFF"/>
      </a:lt1>
      <a:dk2>
        <a:srgbClr val="000221"/>
      </a:dk2>
      <a:lt2>
        <a:srgbClr val="F3ECE1"/>
      </a:lt2>
      <a:accent1>
        <a:srgbClr val="11338A"/>
      </a:accent1>
      <a:accent2>
        <a:srgbClr val="E6B916"/>
      </a:accent2>
      <a:accent3>
        <a:srgbClr val="11338A"/>
      </a:accent3>
      <a:accent4>
        <a:srgbClr val="B9D2DF"/>
      </a:accent4>
      <a:accent5>
        <a:srgbClr val="412D2B"/>
      </a:accent5>
      <a:accent6>
        <a:srgbClr val="DB4C3F"/>
      </a:accent6>
      <a:hlink>
        <a:srgbClr val="467886"/>
      </a:hlink>
      <a:folHlink>
        <a:srgbClr val="96607D"/>
      </a:folHlink>
    </a:clrScheme>
    <a:fontScheme name="Custom 81">
      <a:majorFont>
        <a:latin typeface="Urdu Typesetting"/>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oman Fresco_win32_EF_v3" id="{30A92FB8-B8E2-4F27-ACA7-4493C6097E8E}" vid="{A3B0A0BE-0874-4DF1-BFEB-6232807D4F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CC0A7E9-1715-433B-8855-F7DBB272AEE4}">
  <ds:schemaRefs>
    <ds:schemaRef ds:uri="http://schemas.microsoft.com/sharepoint/v3/contenttype/forms"/>
  </ds:schemaRefs>
</ds:datastoreItem>
</file>

<file path=customXml/itemProps2.xml><?xml version="1.0" encoding="utf-8"?>
<ds:datastoreItem xmlns:ds="http://schemas.openxmlformats.org/officeDocument/2006/customXml" ds:itemID="{278BD2F9-1572-4D37-B8FD-8AA9FD060A8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8F5451F-E621-486E-8A64-50FEB3855E59}">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51</TotalTime>
  <Words>7</Words>
  <Application>Microsoft Office PowerPoint</Application>
  <PresentationFormat>Widescreen</PresentationFormat>
  <Paragraphs>4</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Roman fresco</vt:lpstr>
      <vt:lpstr>India AI Governance Guidelines (2025–2026)</vt:lpstr>
      <vt:lpstr>India AI Governance Framework Overview</vt:lpstr>
      <vt:lpstr>Purpose and Need for AI Governance in India</vt:lpstr>
      <vt:lpstr>Core Pillars and Principles</vt:lpstr>
      <vt:lpstr>Seven Sutras of India’s AI Governance Model</vt:lpstr>
      <vt:lpstr>Institutional and Structural Framework</vt:lpstr>
      <vt:lpstr>Key Institutions Supporting India’s AI Governance</vt:lpstr>
      <vt:lpstr>Regulatory Strategies and Sectoral Models</vt:lpstr>
      <vt:lpstr>Light-Touch Regulatory Approach and Sector-Specific Models</vt:lpstr>
      <vt:lpstr>Comparative Governance Perspectives</vt:lpstr>
      <vt:lpstr>Comparison of India’s AI Governance with EU and US Models</vt:lpstr>
      <vt:lpstr>Forward Outlook and Policy Trajectory</vt:lpstr>
      <vt:lpstr>Future Directions and Key Takeaways for India’s AI Governance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2025-12-03T20:13:21Z</dcterms:created>
  <dcterms:modified xsi:type="dcterms:W3CDTF">2026-03-06T05:27:01Z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